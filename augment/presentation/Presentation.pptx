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6286F6-1697-4146-98AC-6E63BFAB4F6D}" v="178" dt="2025-12-02T18:46:59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1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36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3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79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4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8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42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1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90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1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7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56DBD1-1048-5A22-C973-3E5FA83F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0165" y="1088571"/>
            <a:ext cx="7538405" cy="2774393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Lower Bound for Min Graph Coloring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7060" y="4027211"/>
            <a:ext cx="7538405" cy="10141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200" dirty="0"/>
              <a:t>Hoffman Lower Bound 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B473-C2BF-C09D-5885-8FC15C79E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 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3CC9D6E-F0B9-500A-24DE-14D057085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5649" y="2041421"/>
            <a:ext cx="5063217" cy="16573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983CB-3D6A-6475-64E5-1AC5383B7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8760" y="4109441"/>
            <a:ext cx="5719074" cy="1859455"/>
          </a:xfrm>
        </p:spPr>
        <p:txBody>
          <a:bodyPr/>
          <a:lstStyle/>
          <a:p>
            <a:r>
              <a:rPr lang="en-US" sz="2000" dirty="0"/>
              <a:t>x(G) represents the chromatic color </a:t>
            </a:r>
          </a:p>
          <a:p>
            <a:r>
              <a:rPr lang="en-US" sz="2000" dirty="0">
                <a:ea typeface="+mn-lt"/>
                <a:cs typeface="+mn-lt"/>
              </a:rPr>
              <a:t>𝜆 represents the graphs eigenvalues 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942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D56B3-4DCD-A42F-1237-36F9A5A62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79" y="606407"/>
            <a:ext cx="7229661" cy="6061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Uses the adjacency matrix</a:t>
            </a:r>
            <a:r>
              <a:rPr lang="en-US" sz="3600" b="1" kern="1200" dirty="0">
                <a:latin typeface="+mj-lt"/>
                <a:ea typeface="+mj-ea"/>
                <a:cs typeface="+mj-cs"/>
              </a:rPr>
              <a:t> 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90382-F0C5-28C4-3CA9-7BE6B8D73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9758" y="2212848"/>
            <a:ext cx="106777" cy="316992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    </a:t>
            </a:r>
          </a:p>
        </p:txBody>
      </p:sp>
      <p:pic>
        <p:nvPicPr>
          <p:cNvPr id="6" name="Picture 5" descr="A black background with white and pink numbers&#10;&#10;AI-generated content may be incorrect.">
            <a:extLst>
              <a:ext uri="{FF2B5EF4-FFF2-40B4-BE49-F238E27FC236}">
                <a16:creationId xmlns:a16="http://schemas.microsoft.com/office/drawing/2014/main" id="{DBB93398-57A0-C53C-04CE-A9481C17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258" y="2215505"/>
            <a:ext cx="4579084" cy="2895040"/>
          </a:xfrm>
          <a:prstGeom prst="rect">
            <a:avLst/>
          </a:prstGeom>
        </p:spPr>
      </p:pic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7B3C6EC-B838-5415-80D2-16CC8657A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13229" y="2214178"/>
            <a:ext cx="3191578" cy="289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1693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VanillaVTI</vt:lpstr>
      <vt:lpstr>Lower Bound for Min Graph Coloring </vt:lpstr>
      <vt:lpstr>Formula </vt:lpstr>
      <vt:lpstr>Uses the adjacency matrix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60</cp:revision>
  <dcterms:created xsi:type="dcterms:W3CDTF">2025-12-02T18:32:08Z</dcterms:created>
  <dcterms:modified xsi:type="dcterms:W3CDTF">2025-12-02T20:12:01Z</dcterms:modified>
</cp:coreProperties>
</file>