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1" r:id="rId1"/>
  </p:sldMasterIdLst>
  <p:sldIdLst>
    <p:sldId id="256" r:id="rId2"/>
    <p:sldId id="257" r:id="rId3"/>
    <p:sldId id="258" r:id="rId4"/>
    <p:sldId id="260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C6286F6-1697-4146-98AC-6E63BFAB4F6D}" v="178" dt="2025-12-02T18:46:59.6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94660"/>
  </p:normalViewPr>
  <p:slideViewPr>
    <p:cSldViewPr snapToGrid="0">
      <p:cViewPr varScale="1">
        <p:scale>
          <a:sx n="93" d="100"/>
          <a:sy n="93" d="100"/>
        </p:scale>
        <p:origin x="77" y="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914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936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6312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80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12/3/2025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579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741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12/3/2025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2819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420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118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6908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7179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879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04" r:id="rId6"/>
    <p:sldLayoutId id="2147483700" r:id="rId7"/>
    <p:sldLayoutId id="2147483701" r:id="rId8"/>
    <p:sldLayoutId id="2147483702" r:id="rId9"/>
    <p:sldLayoutId id="2147483703" r:id="rId10"/>
    <p:sldLayoutId id="2147483705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456DBD1-1048-5A22-C973-3E5FA83F57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70165" y="1088571"/>
            <a:ext cx="7538405" cy="2774393"/>
          </a:xfrm>
        </p:spPr>
        <p:txBody>
          <a:bodyPr>
            <a:normAutofit/>
          </a:bodyPr>
          <a:lstStyle/>
          <a:p>
            <a:pPr algn="l"/>
            <a:r>
              <a:rPr lang="en-US" sz="5400" dirty="0"/>
              <a:t>Lower Bound for Min Graph Coloring 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97060" y="4027211"/>
            <a:ext cx="7538405" cy="1014107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2200" dirty="0"/>
              <a:t>Hoffman Lower Bound 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5B473-C2BF-C09D-5885-8FC15C79E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Formula </a:t>
            </a:r>
          </a:p>
        </p:txBody>
      </p:sp>
      <p:pic>
        <p:nvPicPr>
          <p:cNvPr id="5" name="Content Placeholder 4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13CC9D6E-F0B9-500A-24DE-14D057085C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09218" y="1444689"/>
            <a:ext cx="7440951" cy="2435657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C983CB-3D6A-6475-64E5-1AC5383B7E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261253" y="4141693"/>
            <a:ext cx="7669494" cy="1902505"/>
          </a:xfrm>
        </p:spPr>
        <p:txBody>
          <a:bodyPr>
            <a:noAutofit/>
          </a:bodyPr>
          <a:lstStyle/>
          <a:p>
            <a:r>
              <a:rPr lang="en-US" sz="3200" dirty="0"/>
              <a:t>x(G) represents the chromatic color </a:t>
            </a:r>
          </a:p>
          <a:p>
            <a:r>
              <a:rPr lang="en-US" sz="3200" dirty="0">
                <a:ea typeface="+mn-lt"/>
                <a:cs typeface="+mn-lt"/>
              </a:rPr>
              <a:t>𝜆 represents the graphs eigenvalues 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3694239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5A14613-C96C-F5FD-0593-24D7C0DA49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FD56B3-4DCD-A42F-1237-36F9A5A62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679" y="606407"/>
            <a:ext cx="7229661" cy="6061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b="1" kern="1200" dirty="0">
                <a:latin typeface="+mj-lt"/>
                <a:ea typeface="+mj-ea"/>
                <a:cs typeface="+mj-cs"/>
              </a:rPr>
              <a:t>Uses the adjacency matrix 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590382-F0C5-28C4-3CA9-7BE6B8D730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9758" y="2212848"/>
            <a:ext cx="106777" cy="316992"/>
          </a:xfrm>
        </p:spPr>
        <p:txBody>
          <a:bodyPr vert="horz" lIns="91440" tIns="45720" rIns="91440" bIns="45720" rtlCol="0">
            <a:normAutofit fontScale="25000" lnSpcReduction="20000"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dirty="0"/>
              <a:t>    </a:t>
            </a:r>
          </a:p>
        </p:txBody>
      </p:sp>
      <p:pic>
        <p:nvPicPr>
          <p:cNvPr id="6" name="Picture 5" descr="A black background with white and pink numbers&#10;&#10;AI-generated content may be incorrect.">
            <a:extLst>
              <a:ext uri="{FF2B5EF4-FFF2-40B4-BE49-F238E27FC236}">
                <a16:creationId xmlns:a16="http://schemas.microsoft.com/office/drawing/2014/main" id="{DBB93398-57A0-C53C-04CE-A9481C17D7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6601" y="2215505"/>
            <a:ext cx="4579084" cy="2895040"/>
          </a:xfrm>
          <a:prstGeom prst="rect">
            <a:avLst/>
          </a:prstGeom>
        </p:spPr>
      </p:pic>
      <p:pic>
        <p:nvPicPr>
          <p:cNvPr id="5" name="Content Placeholder 4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97B3C6EC-B838-5415-80D2-16CC8657A4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541164" y="2214823"/>
            <a:ext cx="3191578" cy="2896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8169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050C4-1C5D-3D84-B6F5-A826B0A53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this looks as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D2E3A3-5B7D-B55F-74C9-26A4D61E7A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2460214"/>
            <a:ext cx="5181600" cy="2867973"/>
          </a:xfrm>
        </p:spPr>
        <p:txBody>
          <a:bodyPr>
            <a:noAutofit/>
          </a:bodyPr>
          <a:lstStyle/>
          <a:p>
            <a:r>
              <a:rPr lang="en-US" sz="2800" dirty="0"/>
              <a:t>The math for the eigenvalues is handled by NumPy</a:t>
            </a:r>
          </a:p>
          <a:p>
            <a:r>
              <a:rPr lang="en-US" sz="2800" dirty="0"/>
              <a:t>A is the adjacency matrix </a:t>
            </a:r>
          </a:p>
          <a:p>
            <a:r>
              <a:rPr lang="en-US" sz="2800" dirty="0"/>
              <a:t>Ceil rounds them up </a:t>
            </a:r>
          </a:p>
        </p:txBody>
      </p:sp>
      <p:pic>
        <p:nvPicPr>
          <p:cNvPr id="6" name="Content Placeholder 5" descr="A computer screen shot of a program&#10;&#10;AI-generated content may be incorrect.">
            <a:extLst>
              <a:ext uri="{FF2B5EF4-FFF2-40B4-BE49-F238E27FC236}">
                <a16:creationId xmlns:a16="http://schemas.microsoft.com/office/drawing/2014/main" id="{F1FC830C-CF64-1B25-F8E5-5B4A660FCF3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7752" y="2297151"/>
            <a:ext cx="5181600" cy="3408285"/>
          </a:xfrm>
        </p:spPr>
      </p:pic>
    </p:spTree>
    <p:extLst>
      <p:ext uri="{BB962C8B-B14F-4D97-AF65-F5344CB8AC3E}">
        <p14:creationId xmlns:p14="http://schemas.microsoft.com/office/powerpoint/2010/main" val="25907803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44645-AD97-C5A9-142B-57DA1F511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 with lower bound added </a:t>
            </a:r>
          </a:p>
        </p:txBody>
      </p:sp>
      <p:pic>
        <p:nvPicPr>
          <p:cNvPr id="5" name="Content Placeholder 4" descr="A graph of blue and black bars">
            <a:extLst>
              <a:ext uri="{FF2B5EF4-FFF2-40B4-BE49-F238E27FC236}">
                <a16:creationId xmlns:a16="http://schemas.microsoft.com/office/drawing/2014/main" id="{77394B64-FF1A-A5D4-8302-77AC66856D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906" y="1763277"/>
            <a:ext cx="11359062" cy="4126778"/>
          </a:xfrm>
        </p:spPr>
      </p:pic>
    </p:spTree>
    <p:extLst>
      <p:ext uri="{BB962C8B-B14F-4D97-AF65-F5344CB8AC3E}">
        <p14:creationId xmlns:p14="http://schemas.microsoft.com/office/powerpoint/2010/main" val="1487165723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</TotalTime>
  <Words>56</Words>
  <Application>Microsoft Office PowerPoint</Application>
  <PresentationFormat>Widescreen</PresentationFormat>
  <Paragraphs>12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Neue Haas Grotesk Text Pro</vt:lpstr>
      <vt:lpstr>VanillaVTI</vt:lpstr>
      <vt:lpstr>Lower Bound for Min Graph Coloring </vt:lpstr>
      <vt:lpstr>Formula </vt:lpstr>
      <vt:lpstr>Uses the adjacency matrix </vt:lpstr>
      <vt:lpstr>How this looks as code</vt:lpstr>
      <vt:lpstr>Graph with lower bound added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Chase L</cp:lastModifiedBy>
  <cp:revision>61</cp:revision>
  <dcterms:created xsi:type="dcterms:W3CDTF">2025-12-02T18:32:08Z</dcterms:created>
  <dcterms:modified xsi:type="dcterms:W3CDTF">2025-12-03T17:54:34Z</dcterms:modified>
</cp:coreProperties>
</file>