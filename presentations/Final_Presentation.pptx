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2"/>
  </p:notesMasterIdLst>
  <p:sldIdLst>
    <p:sldId id="261" r:id="rId5"/>
    <p:sldId id="262" r:id="rId6"/>
    <p:sldId id="263" r:id="rId7"/>
    <p:sldId id="264" r:id="rId8"/>
    <p:sldId id="273" r:id="rId9"/>
    <p:sldId id="266" r:id="rId10"/>
    <p:sldId id="267" r:id="rId11"/>
    <p:sldId id="256" r:id="rId12"/>
    <p:sldId id="257" r:id="rId13"/>
    <p:sldId id="258" r:id="rId14"/>
    <p:sldId id="259" r:id="rId15"/>
    <p:sldId id="260" r:id="rId16"/>
    <p:sldId id="268" r:id="rId17"/>
    <p:sldId id="269" r:id="rId18"/>
    <p:sldId id="270" r:id="rId19"/>
    <p:sldId id="271" r:id="rId20"/>
    <p:sldId id="272" r:id="rId2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3"/>
    </p:embeddedFont>
    <p:embeddedFont>
      <p:font typeface="Merriweather" panose="00000500000000000000" pitchFamily="2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C0ABBB-30BF-4D69-9D47-98DFE11675AA}" v="25" dt="2025-12-05T02:48:59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ke, Braden - drakebt" userId="6e2891c5-e852-4b7d-a898-676364418f1f" providerId="ADAL" clId="{9D117232-6D36-4ACE-BB59-DF040F80C868}"/>
    <pc:docChg chg="custSel addSld delSld modSld">
      <pc:chgData name="Drake, Braden - drakebt" userId="6e2891c5-e852-4b7d-a898-676364418f1f" providerId="ADAL" clId="{9D117232-6D36-4ACE-BB59-DF040F80C868}" dt="2025-12-05T02:50:35.867" v="110" actId="478"/>
      <pc:docMkLst>
        <pc:docMk/>
      </pc:docMkLst>
      <pc:sldChg chg="modSp modNotes">
        <pc:chgData name="Drake, Braden - drakebt" userId="6e2891c5-e852-4b7d-a898-676364418f1f" providerId="ADAL" clId="{9D117232-6D36-4ACE-BB59-DF040F80C868}" dt="2025-12-05T02:47:01.298" v="47"/>
        <pc:sldMkLst>
          <pc:docMk/>
          <pc:sldMk cId="0" sldId="256"/>
        </pc:sldMkLst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0" sldId="256"/>
            <ac:spMk id="64" creationId="{00000000-0000-0000-0000-000000000000}"/>
          </ac:spMkLst>
        </pc:spChg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0" sldId="256"/>
            <ac:spMk id="65" creationId="{00000000-0000-0000-0000-000000000000}"/>
          </ac:spMkLst>
        </pc:spChg>
      </pc:sldChg>
      <pc:sldChg chg="modSp modNotes">
        <pc:chgData name="Drake, Braden - drakebt" userId="6e2891c5-e852-4b7d-a898-676364418f1f" providerId="ADAL" clId="{9D117232-6D36-4ACE-BB59-DF040F80C868}" dt="2025-12-05T02:47:01.298" v="47"/>
        <pc:sldMkLst>
          <pc:docMk/>
          <pc:sldMk cId="0" sldId="257"/>
        </pc:sldMkLst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0" sldId="257"/>
            <ac:spMk id="70" creationId="{00000000-0000-0000-0000-000000000000}"/>
          </ac:spMkLst>
        </pc:spChg>
      </pc:sldChg>
      <pc:sldChg chg="modNotes">
        <pc:chgData name="Drake, Braden - drakebt" userId="6e2891c5-e852-4b7d-a898-676364418f1f" providerId="ADAL" clId="{9D117232-6D36-4ACE-BB59-DF040F80C868}" dt="2025-12-05T02:42:41.210" v="24"/>
        <pc:sldMkLst>
          <pc:docMk/>
          <pc:sldMk cId="0" sldId="258"/>
        </pc:sldMkLst>
      </pc:sldChg>
      <pc:sldChg chg="modSp mod">
        <pc:chgData name="Drake, Braden - drakebt" userId="6e2891c5-e852-4b7d-a898-676364418f1f" providerId="ADAL" clId="{9D117232-6D36-4ACE-BB59-DF040F80C868}" dt="2025-12-05T02:38:27.853" v="0" actId="27636"/>
        <pc:sldMkLst>
          <pc:docMk/>
          <pc:sldMk cId="0" sldId="259"/>
        </pc:sldMkLst>
        <pc:spChg chg="mod">
          <ac:chgData name="Drake, Braden - drakebt" userId="6e2891c5-e852-4b7d-a898-676364418f1f" providerId="ADAL" clId="{9D117232-6D36-4ACE-BB59-DF040F80C868}" dt="2025-12-05T02:38:27.853" v="0" actId="27636"/>
          <ac:spMkLst>
            <pc:docMk/>
            <pc:sldMk cId="0" sldId="259"/>
            <ac:spMk id="87" creationId="{00000000-0000-0000-0000-000000000000}"/>
          </ac:spMkLst>
        </pc:spChg>
      </pc:sldChg>
      <pc:sldChg chg="modNotes">
        <pc:chgData name="Drake, Braden - drakebt" userId="6e2891c5-e852-4b7d-a898-676364418f1f" providerId="ADAL" clId="{9D117232-6D36-4ACE-BB59-DF040F80C868}" dt="2025-12-05T02:42:41.210" v="24"/>
        <pc:sldMkLst>
          <pc:docMk/>
          <pc:sldMk cId="0" sldId="260"/>
        </pc:sldMkLst>
      </pc:sldChg>
      <pc:sldChg chg="delSp modSp add mod setBg delDesignElem">
        <pc:chgData name="Drake, Braden - drakebt" userId="6e2891c5-e852-4b7d-a898-676364418f1f" providerId="ADAL" clId="{9D117232-6D36-4ACE-BB59-DF040F80C868}" dt="2025-12-05T02:41:34.843" v="20" actId="207"/>
        <pc:sldMkLst>
          <pc:docMk/>
          <pc:sldMk cId="3988925539" sldId="261"/>
        </pc:sldMkLst>
        <pc:spChg chg="mod">
          <ac:chgData name="Drake, Braden - drakebt" userId="6e2891c5-e852-4b7d-a898-676364418f1f" providerId="ADAL" clId="{9D117232-6D36-4ACE-BB59-DF040F80C868}" dt="2025-12-05T02:41:27.975" v="18" actId="1076"/>
          <ac:spMkLst>
            <pc:docMk/>
            <pc:sldMk cId="3988925539" sldId="261"/>
            <ac:spMk id="2" creationId="{57315B13-8E37-161B-EE4F-301287D877FC}"/>
          </ac:spMkLst>
        </pc:spChg>
        <pc:spChg chg="mod">
          <ac:chgData name="Drake, Braden - drakebt" userId="6e2891c5-e852-4b7d-a898-676364418f1f" providerId="ADAL" clId="{9D117232-6D36-4ACE-BB59-DF040F80C868}" dt="2025-12-05T02:41:34.843" v="20" actId="207"/>
          <ac:spMkLst>
            <pc:docMk/>
            <pc:sldMk cId="3988925539" sldId="261"/>
            <ac:spMk id="3" creationId="{2754C21B-8CB4-BF8E-D4ED-7E43DD6C9ED4}"/>
          </ac:spMkLst>
        </pc:spChg>
        <pc:spChg chg="del">
          <ac:chgData name="Drake, Braden - drakebt" userId="6e2891c5-e852-4b7d-a898-676364418f1f" providerId="ADAL" clId="{9D117232-6D36-4ACE-BB59-DF040F80C868}" dt="2025-12-05T02:39:17.046" v="2"/>
          <ac:spMkLst>
            <pc:docMk/>
            <pc:sldMk cId="3988925539" sldId="261"/>
            <ac:spMk id="8" creationId="{4522B21E-B2B9-4C72-9A71-C87EFD137480}"/>
          </ac:spMkLst>
        </pc:spChg>
        <pc:spChg chg="del">
          <ac:chgData name="Drake, Braden - drakebt" userId="6e2891c5-e852-4b7d-a898-676364418f1f" providerId="ADAL" clId="{9D117232-6D36-4ACE-BB59-DF040F80C868}" dt="2025-12-05T02:39:17.046" v="2"/>
          <ac:spMkLst>
            <pc:docMk/>
            <pc:sldMk cId="3988925539" sldId="261"/>
            <ac:spMk id="10" creationId="{5EB7D2A2-F448-44D4-938C-DC84CBCB3B1E}"/>
          </ac:spMkLst>
        </pc:spChg>
        <pc:spChg chg="del">
          <ac:chgData name="Drake, Braden - drakebt" userId="6e2891c5-e852-4b7d-a898-676364418f1f" providerId="ADAL" clId="{9D117232-6D36-4ACE-BB59-DF040F80C868}" dt="2025-12-05T02:39:17.046" v="2"/>
          <ac:spMkLst>
            <pc:docMk/>
            <pc:sldMk cId="3988925539" sldId="261"/>
            <ac:spMk id="12" creationId="{871AEA07-1E14-44B4-8E55-64EF049CD66F}"/>
          </ac:spMkLst>
        </pc:spChg>
        <pc:cxnChg chg="del">
          <ac:chgData name="Drake, Braden - drakebt" userId="6e2891c5-e852-4b7d-a898-676364418f1f" providerId="ADAL" clId="{9D117232-6D36-4ACE-BB59-DF040F80C868}" dt="2025-12-05T02:39:17.046" v="2"/>
          <ac:cxnSpMkLst>
            <pc:docMk/>
            <pc:sldMk cId="3988925539" sldId="261"/>
            <ac:cxnSpMk id="14" creationId="{F7C8EA93-3210-4C62-99E9-153C275E3A87}"/>
          </ac:cxnSpMkLst>
        </pc:cxnChg>
      </pc:sldChg>
      <pc:sldChg chg="delSp add del setBg delDesignElem">
        <pc:chgData name="Drake, Braden - drakebt" userId="6e2891c5-e852-4b7d-a898-676364418f1f" providerId="ADAL" clId="{9D117232-6D36-4ACE-BB59-DF040F80C868}" dt="2025-12-05T02:39:32.602" v="5" actId="47"/>
        <pc:sldMkLst>
          <pc:docMk/>
          <pc:sldMk cId="2449884571" sldId="262"/>
        </pc:sldMkLst>
        <pc:spChg chg="del">
          <ac:chgData name="Drake, Braden - drakebt" userId="6e2891c5-e852-4b7d-a898-676364418f1f" providerId="ADAL" clId="{9D117232-6D36-4ACE-BB59-DF040F80C868}" dt="2025-12-05T02:39:23.649" v="4"/>
          <ac:spMkLst>
            <pc:docMk/>
            <pc:sldMk cId="2449884571" sldId="262"/>
            <ac:spMk id="8" creationId="{4522B21E-B2B9-4C72-9A71-C87EFD137480}"/>
          </ac:spMkLst>
        </pc:spChg>
        <pc:spChg chg="del">
          <ac:chgData name="Drake, Braden - drakebt" userId="6e2891c5-e852-4b7d-a898-676364418f1f" providerId="ADAL" clId="{9D117232-6D36-4ACE-BB59-DF040F80C868}" dt="2025-12-05T02:39:23.649" v="4"/>
          <ac:spMkLst>
            <pc:docMk/>
            <pc:sldMk cId="2449884571" sldId="262"/>
            <ac:spMk id="10" creationId="{5EB7D2A2-F448-44D4-938C-DC84CBCB3B1E}"/>
          </ac:spMkLst>
        </pc:spChg>
        <pc:spChg chg="del">
          <ac:chgData name="Drake, Braden - drakebt" userId="6e2891c5-e852-4b7d-a898-676364418f1f" providerId="ADAL" clId="{9D117232-6D36-4ACE-BB59-DF040F80C868}" dt="2025-12-05T02:39:23.649" v="4"/>
          <ac:spMkLst>
            <pc:docMk/>
            <pc:sldMk cId="2449884571" sldId="262"/>
            <ac:spMk id="12" creationId="{871AEA07-1E14-44B4-8E55-64EF049CD66F}"/>
          </ac:spMkLst>
        </pc:spChg>
        <pc:cxnChg chg="del">
          <ac:chgData name="Drake, Braden - drakebt" userId="6e2891c5-e852-4b7d-a898-676364418f1f" providerId="ADAL" clId="{9D117232-6D36-4ACE-BB59-DF040F80C868}" dt="2025-12-05T02:39:23.649" v="4"/>
          <ac:cxnSpMkLst>
            <pc:docMk/>
            <pc:sldMk cId="2449884571" sldId="262"/>
            <ac:cxnSpMk id="14" creationId="{F7C8EA93-3210-4C62-99E9-153C275E3A87}"/>
          </ac:cxnSpMkLst>
        </pc:cxnChg>
      </pc:sldChg>
      <pc:sldChg chg="modSp add mod">
        <pc:chgData name="Drake, Braden - drakebt" userId="6e2891c5-e852-4b7d-a898-676364418f1f" providerId="ADAL" clId="{9D117232-6D36-4ACE-BB59-DF040F80C868}" dt="2025-12-05T02:47:01.298" v="47"/>
        <pc:sldMkLst>
          <pc:docMk/>
          <pc:sldMk cId="3199884720" sldId="262"/>
        </pc:sldMkLst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3199884720" sldId="262"/>
            <ac:spMk id="2" creationId="{DB49C348-2B6A-2993-39CF-EE6B43D5BF5D}"/>
          </ac:spMkLst>
        </pc:spChg>
      </pc:sldChg>
      <pc:sldChg chg="delSp modSp add mod setBg modClrScheme delDesignElem chgLayout">
        <pc:chgData name="Drake, Braden - drakebt" userId="6e2891c5-e852-4b7d-a898-676364418f1f" providerId="ADAL" clId="{9D117232-6D36-4ACE-BB59-DF040F80C868}" dt="2025-12-05T02:47:01.298" v="47"/>
        <pc:sldMkLst>
          <pc:docMk/>
          <pc:sldMk cId="789526610" sldId="263"/>
        </pc:sldMkLst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789526610" sldId="263"/>
            <ac:spMk id="2" creationId="{33CD1B2F-168D-E042-1AE9-A248CB926936}"/>
          </ac:spMkLst>
        </pc:spChg>
        <pc:spChg chg="mod ord">
          <ac:chgData name="Drake, Braden - drakebt" userId="6e2891c5-e852-4b7d-a898-676364418f1f" providerId="ADAL" clId="{9D117232-6D36-4ACE-BB59-DF040F80C868}" dt="2025-12-05T02:47:01.298" v="47"/>
          <ac:spMkLst>
            <pc:docMk/>
            <pc:sldMk cId="789526610" sldId="263"/>
            <ac:spMk id="4" creationId="{3D5BB0BA-4818-43F2-E95D-470E50A46D28}"/>
          </ac:spMkLst>
        </pc:spChg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789526610" sldId="263"/>
            <ac:spMk id="5" creationId="{8CFF9B48-EFB8-DD84-FD32-8F47FF4D0876}"/>
          </ac:spMkLst>
        </pc:spChg>
        <pc:spChg chg="del">
          <ac:chgData name="Drake, Braden - drakebt" userId="6e2891c5-e852-4b7d-a898-676364418f1f" providerId="ADAL" clId="{9D117232-6D36-4ACE-BB59-DF040F80C868}" dt="2025-12-05T02:39:45.601" v="9"/>
          <ac:spMkLst>
            <pc:docMk/>
            <pc:sldMk cId="789526610" sldId="263"/>
            <ac:spMk id="10" creationId="{4C608BEB-860E-4094-8511-78603564A75E}"/>
          </ac:spMkLst>
        </pc:spChg>
        <pc:cxnChg chg="del">
          <ac:chgData name="Drake, Braden - drakebt" userId="6e2891c5-e852-4b7d-a898-676364418f1f" providerId="ADAL" clId="{9D117232-6D36-4ACE-BB59-DF040F80C868}" dt="2025-12-05T02:39:45.601" v="9"/>
          <ac:cxnSpMkLst>
            <pc:docMk/>
            <pc:sldMk cId="789526610" sldId="263"/>
            <ac:cxnSpMk id="12" creationId="{1F16A8D4-FE87-4604-88B2-394B5D1EB437}"/>
          </ac:cxnSpMkLst>
        </pc:cxnChg>
      </pc:sldChg>
      <pc:sldChg chg="modSp add mod">
        <pc:chgData name="Drake, Braden - drakebt" userId="6e2891c5-e852-4b7d-a898-676364418f1f" providerId="ADAL" clId="{9D117232-6D36-4ACE-BB59-DF040F80C868}" dt="2025-12-05T02:47:01.298" v="47"/>
        <pc:sldMkLst>
          <pc:docMk/>
          <pc:sldMk cId="2912970717" sldId="264"/>
        </pc:sldMkLst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2912970717" sldId="264"/>
            <ac:spMk id="2" creationId="{65F057EA-26C6-1BA0-35E5-5397167DB824}"/>
          </ac:spMkLst>
        </pc:spChg>
        <pc:spChg chg="mod">
          <ac:chgData name="Drake, Braden - drakebt" userId="6e2891c5-e852-4b7d-a898-676364418f1f" providerId="ADAL" clId="{9D117232-6D36-4ACE-BB59-DF040F80C868}" dt="2025-12-05T02:45:19.668" v="37" actId="14100"/>
          <ac:spMkLst>
            <pc:docMk/>
            <pc:sldMk cId="2912970717" sldId="264"/>
            <ac:spMk id="12" creationId="{068EAB0D-6A91-31B8-2588-D3A3D45F0001}"/>
          </ac:spMkLst>
        </pc:spChg>
      </pc:sldChg>
      <pc:sldChg chg="delSp add del setBg delDesignElem">
        <pc:chgData name="Drake, Braden - drakebt" userId="6e2891c5-e852-4b7d-a898-676364418f1f" providerId="ADAL" clId="{9D117232-6D36-4ACE-BB59-DF040F80C868}" dt="2025-12-05T02:50:12.666" v="109" actId="47"/>
        <pc:sldMkLst>
          <pc:docMk/>
          <pc:sldMk cId="449205732" sldId="265"/>
        </pc:sldMkLst>
        <pc:spChg chg="del">
          <ac:chgData name="Drake, Braden - drakebt" userId="6e2891c5-e852-4b7d-a898-676364418f1f" providerId="ADAL" clId="{9D117232-6D36-4ACE-BB59-DF040F80C868}" dt="2025-12-05T02:40:49.524" v="13"/>
          <ac:spMkLst>
            <pc:docMk/>
            <pc:sldMk cId="449205732" sldId="265"/>
            <ac:spMk id="10" creationId="{42759428-64A2-8400-1DFB-E9D2C1220BB5}"/>
          </ac:spMkLst>
        </pc:spChg>
        <pc:cxnChg chg="del">
          <ac:chgData name="Drake, Braden - drakebt" userId="6e2891c5-e852-4b7d-a898-676364418f1f" providerId="ADAL" clId="{9D117232-6D36-4ACE-BB59-DF040F80C868}" dt="2025-12-05T02:40:49.524" v="13"/>
          <ac:cxnSpMkLst>
            <pc:docMk/>
            <pc:sldMk cId="449205732" sldId="265"/>
            <ac:cxnSpMk id="12" creationId="{DA9D3B1A-42BF-19A3-BB37-22DB00B5577C}"/>
          </ac:cxnSpMkLst>
        </pc:cxnChg>
      </pc:sldChg>
      <pc:sldChg chg="modSp add mod">
        <pc:chgData name="Drake, Braden - drakebt" userId="6e2891c5-e852-4b7d-a898-676364418f1f" providerId="ADAL" clId="{9D117232-6D36-4ACE-BB59-DF040F80C868}" dt="2025-12-05T02:47:01.298" v="47"/>
        <pc:sldMkLst>
          <pc:docMk/>
          <pc:sldMk cId="2915294230" sldId="266"/>
        </pc:sldMkLst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2915294230" sldId="266"/>
            <ac:spMk id="2" creationId="{295839BC-6EC1-F1A6-53D4-5B55B57AA985}"/>
          </ac:spMkLst>
        </pc:spChg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2915294230" sldId="266"/>
            <ac:spMk id="3" creationId="{3F251D03-65D5-BAE1-D31B-C15B0E0C84E8}"/>
          </ac:spMkLst>
        </pc:spChg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2915294230" sldId="266"/>
            <ac:spMk id="4" creationId="{14F78EBA-1EFF-09AE-BD8B-19DE52CD2FC8}"/>
          </ac:spMkLst>
        </pc:spChg>
      </pc:sldChg>
      <pc:sldChg chg="delSp add setBg delDesignElem">
        <pc:chgData name="Drake, Braden - drakebt" userId="6e2891c5-e852-4b7d-a898-676364418f1f" providerId="ADAL" clId="{9D117232-6D36-4ACE-BB59-DF040F80C868}" dt="2025-12-05T02:41:19.159" v="17"/>
        <pc:sldMkLst>
          <pc:docMk/>
          <pc:sldMk cId="4182237704" sldId="267"/>
        </pc:sldMkLst>
        <pc:spChg chg="del">
          <ac:chgData name="Drake, Braden - drakebt" userId="6e2891c5-e852-4b7d-a898-676364418f1f" providerId="ADAL" clId="{9D117232-6D36-4ACE-BB59-DF040F80C868}" dt="2025-12-05T02:41:19.159" v="17"/>
          <ac:spMkLst>
            <pc:docMk/>
            <pc:sldMk cId="4182237704" sldId="267"/>
            <ac:spMk id="17" creationId="{04695F26-39DB-450E-B464-9C76CD233B36}"/>
          </ac:spMkLst>
        </pc:spChg>
        <pc:spChg chg="del">
          <ac:chgData name="Drake, Braden - drakebt" userId="6e2891c5-e852-4b7d-a898-676364418f1f" providerId="ADAL" clId="{9D117232-6D36-4ACE-BB59-DF040F80C868}" dt="2025-12-05T02:41:19.159" v="17"/>
          <ac:spMkLst>
            <pc:docMk/>
            <pc:sldMk cId="4182237704" sldId="267"/>
            <ac:spMk id="19" creationId="{2F42E55F-A297-474F-AF2D-6D3A15822BCA}"/>
          </ac:spMkLst>
        </pc:spChg>
        <pc:grpChg chg="del">
          <ac:chgData name="Drake, Braden - drakebt" userId="6e2891c5-e852-4b7d-a898-676364418f1f" providerId="ADAL" clId="{9D117232-6D36-4ACE-BB59-DF040F80C868}" dt="2025-12-05T02:41:19.159" v="17"/>
          <ac:grpSpMkLst>
            <pc:docMk/>
            <pc:sldMk cId="4182237704" sldId="267"/>
            <ac:grpSpMk id="21" creationId="{972070F7-E065-4D60-8938-9FB8CDB8ACB0}"/>
          </ac:grpSpMkLst>
        </pc:grpChg>
      </pc:sldChg>
      <pc:sldChg chg="delSp add setBg delDesignElem">
        <pc:chgData name="Drake, Braden - drakebt" userId="6e2891c5-e852-4b7d-a898-676364418f1f" providerId="ADAL" clId="{9D117232-6D36-4ACE-BB59-DF040F80C868}" dt="2025-12-05T02:42:16.669" v="22"/>
        <pc:sldMkLst>
          <pc:docMk/>
          <pc:sldMk cId="109857222" sldId="268"/>
        </pc:sldMkLst>
        <pc:spChg chg="del">
          <ac:chgData name="Drake, Braden - drakebt" userId="6e2891c5-e852-4b7d-a898-676364418f1f" providerId="ADAL" clId="{9D117232-6D36-4ACE-BB59-DF040F80C868}" dt="2025-12-05T02:42:16.669" v="22"/>
          <ac:spMkLst>
            <pc:docMk/>
            <pc:sldMk cId="109857222" sldId="268"/>
            <ac:spMk id="8" creationId="{F456DBD1-1048-5A22-C973-3E5FA83F57BA}"/>
          </ac:spMkLst>
        </pc:spChg>
      </pc:sldChg>
      <pc:sldChg chg="modSp add">
        <pc:chgData name="Drake, Braden - drakebt" userId="6e2891c5-e852-4b7d-a898-676364418f1f" providerId="ADAL" clId="{9D117232-6D36-4ACE-BB59-DF040F80C868}" dt="2025-12-05T02:47:01.298" v="47"/>
        <pc:sldMkLst>
          <pc:docMk/>
          <pc:sldMk cId="2369423953" sldId="269"/>
        </pc:sldMkLst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2369423953" sldId="269"/>
            <ac:spMk id="2" creationId="{D175B473-C2BF-C09D-5885-8FC15C79EC97}"/>
          </ac:spMkLst>
        </pc:spChg>
      </pc:sldChg>
      <pc:sldChg chg="addSp delSp modSp new del mod modClrScheme chgLayout">
        <pc:chgData name="Drake, Braden - drakebt" userId="6e2891c5-e852-4b7d-a898-676364418f1f" providerId="ADAL" clId="{9D117232-6D36-4ACE-BB59-DF040F80C868}" dt="2025-12-05T02:42:54.731" v="26" actId="47"/>
        <pc:sldMkLst>
          <pc:docMk/>
          <pc:sldMk cId="2807141680" sldId="269"/>
        </pc:sldMkLst>
        <pc:spChg chg="del mod">
          <ac:chgData name="Drake, Braden - drakebt" userId="6e2891c5-e852-4b7d-a898-676364418f1f" providerId="ADAL" clId="{9D117232-6D36-4ACE-BB59-DF040F80C868}" dt="2025-12-05T02:42:44.832" v="25" actId="26606"/>
          <ac:spMkLst>
            <pc:docMk/>
            <pc:sldMk cId="2807141680" sldId="269"/>
            <ac:spMk id="2" creationId="{AE2F92AC-4FF5-5D54-A1E9-4B226D91AA1E}"/>
          </ac:spMkLst>
        </pc:spChg>
        <pc:spChg chg="add mod">
          <ac:chgData name="Drake, Braden - drakebt" userId="6e2891c5-e852-4b7d-a898-676364418f1f" providerId="ADAL" clId="{9D117232-6D36-4ACE-BB59-DF040F80C868}" dt="2025-12-05T02:42:44.832" v="25" actId="26606"/>
          <ac:spMkLst>
            <pc:docMk/>
            <pc:sldMk cId="2807141680" sldId="269"/>
            <ac:spMk id="7" creationId="{00F971F0-65F2-7C9D-0FAF-C97856850B7C}"/>
          </ac:spMkLst>
        </pc:spChg>
        <pc:spChg chg="add mod">
          <ac:chgData name="Drake, Braden - drakebt" userId="6e2891c5-e852-4b7d-a898-676364418f1f" providerId="ADAL" clId="{9D117232-6D36-4ACE-BB59-DF040F80C868}" dt="2025-12-05T02:42:44.832" v="25" actId="26606"/>
          <ac:spMkLst>
            <pc:docMk/>
            <pc:sldMk cId="2807141680" sldId="269"/>
            <ac:spMk id="9" creationId="{6A08535C-A99F-9A8E-5A81-145E5C38EC91}"/>
          </ac:spMkLst>
        </pc:spChg>
      </pc:sldChg>
      <pc:sldChg chg="addSp delSp modSp add mod setBg delDesignElem">
        <pc:chgData name="Drake, Braden - drakebt" userId="6e2891c5-e852-4b7d-a898-676364418f1f" providerId="ADAL" clId="{9D117232-6D36-4ACE-BB59-DF040F80C868}" dt="2025-12-05T02:50:35.867" v="110" actId="478"/>
        <pc:sldMkLst>
          <pc:docMk/>
          <pc:sldMk cId="847816939" sldId="270"/>
        </pc:sldMkLst>
        <pc:spChg chg="mod">
          <ac:chgData name="Drake, Braden - drakebt" userId="6e2891c5-e852-4b7d-a898-676364418f1f" providerId="ADAL" clId="{9D117232-6D36-4ACE-BB59-DF040F80C868}" dt="2025-12-05T02:43:12.377" v="30" actId="27636"/>
          <ac:spMkLst>
            <pc:docMk/>
            <pc:sldMk cId="847816939" sldId="270"/>
            <ac:spMk id="2" creationId="{77FD56B3-4DCD-A42F-1237-36F9A5A6236F}"/>
          </ac:spMkLst>
        </pc:spChg>
        <pc:spChg chg="del">
          <ac:chgData name="Drake, Braden - drakebt" userId="6e2891c5-e852-4b7d-a898-676364418f1f" providerId="ADAL" clId="{9D117232-6D36-4ACE-BB59-DF040F80C868}" dt="2025-12-05T02:44:01.732" v="35" actId="478"/>
          <ac:spMkLst>
            <pc:docMk/>
            <pc:sldMk cId="847816939" sldId="270"/>
            <ac:spMk id="4" creationId="{45590382-F0C5-28C4-3CA9-7BE6B8D730C8}"/>
          </ac:spMkLst>
        </pc:spChg>
        <pc:spChg chg="add del mod">
          <ac:chgData name="Drake, Braden - drakebt" userId="6e2891c5-e852-4b7d-a898-676364418f1f" providerId="ADAL" clId="{9D117232-6D36-4ACE-BB59-DF040F80C868}" dt="2025-12-05T02:50:35.867" v="110" actId="478"/>
          <ac:spMkLst>
            <pc:docMk/>
            <pc:sldMk cId="847816939" sldId="270"/>
            <ac:spMk id="7" creationId="{BA1C4B74-B3F6-2DFE-E4D3-EC4492368D3E}"/>
          </ac:spMkLst>
        </pc:spChg>
        <pc:spChg chg="del">
          <ac:chgData name="Drake, Braden - drakebt" userId="6e2891c5-e852-4b7d-a898-676364418f1f" providerId="ADAL" clId="{9D117232-6D36-4ACE-BB59-DF040F80C868}" dt="2025-12-05T02:43:12.339" v="29"/>
          <ac:spMkLst>
            <pc:docMk/>
            <pc:sldMk cId="847816939" sldId="270"/>
            <ac:spMk id="11" creationId="{A5A14613-C96C-F5FD-0593-24D7C0DA4997}"/>
          </ac:spMkLst>
        </pc:spChg>
      </pc:sldChg>
      <pc:sldChg chg="modSp add mod">
        <pc:chgData name="Drake, Braden - drakebt" userId="6e2891c5-e852-4b7d-a898-676364418f1f" providerId="ADAL" clId="{9D117232-6D36-4ACE-BB59-DF040F80C868}" dt="2025-12-05T02:47:01.298" v="47"/>
        <pc:sldMkLst>
          <pc:docMk/>
          <pc:sldMk cId="2590780386" sldId="271"/>
        </pc:sldMkLst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2590780386" sldId="271"/>
            <ac:spMk id="2" creationId="{A8A050C4-1C5D-3D84-B6F5-A826B0A53D89}"/>
          </ac:spMkLst>
        </pc:spChg>
        <pc:picChg chg="mod">
          <ac:chgData name="Drake, Braden - drakebt" userId="6e2891c5-e852-4b7d-a898-676364418f1f" providerId="ADAL" clId="{9D117232-6D36-4ACE-BB59-DF040F80C868}" dt="2025-12-05T02:47:01.298" v="47"/>
          <ac:picMkLst>
            <pc:docMk/>
            <pc:sldMk cId="2590780386" sldId="271"/>
            <ac:picMk id="6" creationId="{F1FC830C-CF64-1B25-F8E5-5B4A660FCF32}"/>
          </ac:picMkLst>
        </pc:picChg>
      </pc:sldChg>
      <pc:sldChg chg="modSp add mod">
        <pc:chgData name="Drake, Braden - drakebt" userId="6e2891c5-e852-4b7d-a898-676364418f1f" providerId="ADAL" clId="{9D117232-6D36-4ACE-BB59-DF040F80C868}" dt="2025-12-05T02:47:01.298" v="47"/>
        <pc:sldMkLst>
          <pc:docMk/>
          <pc:sldMk cId="1487165723" sldId="272"/>
        </pc:sldMkLst>
        <pc:spChg chg="mod">
          <ac:chgData name="Drake, Braden - drakebt" userId="6e2891c5-e852-4b7d-a898-676364418f1f" providerId="ADAL" clId="{9D117232-6D36-4ACE-BB59-DF040F80C868}" dt="2025-12-05T02:47:01.298" v="47"/>
          <ac:spMkLst>
            <pc:docMk/>
            <pc:sldMk cId="1487165723" sldId="272"/>
            <ac:spMk id="2" creationId="{F3144645-AD97-C5A9-142B-57DA1F51143C}"/>
          </ac:spMkLst>
        </pc:spChg>
      </pc:sldChg>
      <pc:sldChg chg="addSp delSp modSp new mod modClrScheme chgLayout">
        <pc:chgData name="Drake, Braden - drakebt" userId="6e2891c5-e852-4b7d-a898-676364418f1f" providerId="ADAL" clId="{9D117232-6D36-4ACE-BB59-DF040F80C868}" dt="2025-12-05T02:49:55.338" v="108" actId="1076"/>
        <pc:sldMkLst>
          <pc:docMk/>
          <pc:sldMk cId="1765163254" sldId="273"/>
        </pc:sldMkLst>
        <pc:spChg chg="del mod">
          <ac:chgData name="Drake, Braden - drakebt" userId="6e2891c5-e852-4b7d-a898-676364418f1f" providerId="ADAL" clId="{9D117232-6D36-4ACE-BB59-DF040F80C868}" dt="2025-12-05T02:47:11.276" v="48" actId="26606"/>
          <ac:spMkLst>
            <pc:docMk/>
            <pc:sldMk cId="1765163254" sldId="273"/>
            <ac:spMk id="2" creationId="{38B6B5F0-9E8F-F03A-BA5E-E2D1CCF1237A}"/>
          </ac:spMkLst>
        </pc:spChg>
        <pc:spChg chg="del mod">
          <ac:chgData name="Drake, Braden - drakebt" userId="6e2891c5-e852-4b7d-a898-676364418f1f" providerId="ADAL" clId="{9D117232-6D36-4ACE-BB59-DF040F80C868}" dt="2025-12-05T02:47:11.276" v="48" actId="26606"/>
          <ac:spMkLst>
            <pc:docMk/>
            <pc:sldMk cId="1765163254" sldId="273"/>
            <ac:spMk id="3" creationId="{2FEED645-852A-2985-F0C1-5BD4EC63E078}"/>
          </ac:spMkLst>
        </pc:spChg>
        <pc:spChg chg="del mod">
          <ac:chgData name="Drake, Braden - drakebt" userId="6e2891c5-e852-4b7d-a898-676364418f1f" providerId="ADAL" clId="{9D117232-6D36-4ACE-BB59-DF040F80C868}" dt="2025-12-05T02:47:11.276" v="48" actId="26606"/>
          <ac:spMkLst>
            <pc:docMk/>
            <pc:sldMk cId="1765163254" sldId="273"/>
            <ac:spMk id="4" creationId="{83B021A2-6BDF-9638-9150-E1B3A89C6B91}"/>
          </ac:spMkLst>
        </pc:spChg>
        <pc:spChg chg="add mod">
          <ac:chgData name="Drake, Braden - drakebt" userId="6e2891c5-e852-4b7d-a898-676364418f1f" providerId="ADAL" clId="{9D117232-6D36-4ACE-BB59-DF040F80C868}" dt="2025-12-05T02:49:32.266" v="104" actId="14100"/>
          <ac:spMkLst>
            <pc:docMk/>
            <pc:sldMk cId="1765163254" sldId="273"/>
            <ac:spMk id="6" creationId="{E7C6DBAE-3BE5-6497-652C-7FF26D49E08F}"/>
          </ac:spMkLst>
        </pc:spChg>
        <pc:spChg chg="add mod">
          <ac:chgData name="Drake, Braden - drakebt" userId="6e2891c5-e852-4b7d-a898-676364418f1f" providerId="ADAL" clId="{9D117232-6D36-4ACE-BB59-DF040F80C868}" dt="2025-12-05T02:49:40.377" v="105" actId="1076"/>
          <ac:spMkLst>
            <pc:docMk/>
            <pc:sldMk cId="1765163254" sldId="273"/>
            <ac:spMk id="7" creationId="{1C584DC6-94AB-46F7-9468-16614CDD503C}"/>
          </ac:spMkLst>
        </pc:spChg>
        <pc:spChg chg="add mod">
          <ac:chgData name="Drake, Braden - drakebt" userId="6e2891c5-e852-4b7d-a898-676364418f1f" providerId="ADAL" clId="{9D117232-6D36-4ACE-BB59-DF040F80C868}" dt="2025-12-05T02:49:50.584" v="107" actId="1076"/>
          <ac:spMkLst>
            <pc:docMk/>
            <pc:sldMk cId="1765163254" sldId="273"/>
            <ac:spMk id="8" creationId="{5C488BB0-16D4-54AD-4CDD-103E27DBF208}"/>
          </ac:spMkLst>
        </pc:spChg>
        <pc:spChg chg="add mod">
          <ac:chgData name="Drake, Braden - drakebt" userId="6e2891c5-e852-4b7d-a898-676364418f1f" providerId="ADAL" clId="{9D117232-6D36-4ACE-BB59-DF040F80C868}" dt="2025-12-05T02:47:33.255" v="94" actId="20577"/>
          <ac:spMkLst>
            <pc:docMk/>
            <pc:sldMk cId="1765163254" sldId="273"/>
            <ac:spMk id="9" creationId="{08527946-7527-BEBF-6260-41A62A224D24}"/>
          </ac:spMkLst>
        </pc:spChg>
        <pc:spChg chg="add del mod">
          <ac:chgData name="Drake, Braden - drakebt" userId="6e2891c5-e852-4b7d-a898-676364418f1f" providerId="ADAL" clId="{9D117232-6D36-4ACE-BB59-DF040F80C868}" dt="2025-12-05T02:48:35.115" v="98" actId="478"/>
          <ac:spMkLst>
            <pc:docMk/>
            <pc:sldMk cId="1765163254" sldId="273"/>
            <ac:spMk id="11" creationId="{26AD8D0B-FC5A-E2BA-382F-44EF6D979627}"/>
          </ac:spMkLst>
        </pc:spChg>
        <pc:picChg chg="add mod">
          <ac:chgData name="Drake, Braden - drakebt" userId="6e2891c5-e852-4b7d-a898-676364418f1f" providerId="ADAL" clId="{9D117232-6D36-4ACE-BB59-DF040F80C868}" dt="2025-12-05T02:49:55.338" v="108" actId="1076"/>
          <ac:picMkLst>
            <pc:docMk/>
            <pc:sldMk cId="1765163254" sldId="273"/>
            <ac:picMk id="5" creationId="{42DFC989-A685-EF60-A0FA-8D735D5AA553}"/>
          </ac:picMkLst>
        </pc:picChg>
      </pc:sldChg>
      <pc:sldMasterChg chg="delSldLayout">
        <pc:chgData name="Drake, Braden - drakebt" userId="6e2891c5-e852-4b7d-a898-676364418f1f" providerId="ADAL" clId="{9D117232-6D36-4ACE-BB59-DF040F80C868}" dt="2025-12-05T02:42:54.731" v="26" actId="47"/>
        <pc:sldMasterMkLst>
          <pc:docMk/>
          <pc:sldMasterMk cId="0" sldId="2147483659"/>
        </pc:sldMasterMkLst>
        <pc:sldLayoutChg chg="del">
          <pc:chgData name="Drake, Braden - drakebt" userId="6e2891c5-e852-4b7d-a898-676364418f1f" providerId="ADAL" clId="{9D117232-6D36-4ACE-BB59-DF040F80C868}" dt="2025-12-05T02:42:54.731" v="26" actId="47"/>
          <pc:sldLayoutMkLst>
            <pc:docMk/>
            <pc:sldMasterMk cId="0" sldId="2147483659"/>
            <pc:sldLayoutMk cId="0" sldId="2147483653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784FCC-F7A3-42B6-BC35-C4211640C29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238620-4BF4-400B-B80E-2CC7216CD83E}">
      <dgm:prSet/>
      <dgm:spPr/>
      <dgm:t>
        <a:bodyPr/>
        <a:lstStyle/>
        <a:p>
          <a:r>
            <a:rPr lang="en-US"/>
            <a:t>Certifier Process for k-coloring:</a:t>
          </a:r>
        </a:p>
      </dgm:t>
    </dgm:pt>
    <dgm:pt modelId="{94E2959C-013E-424A-98F3-3A33E63DC614}" type="parTrans" cxnId="{3975F12C-6FED-4103-BAEA-49AFD970234F}">
      <dgm:prSet/>
      <dgm:spPr/>
      <dgm:t>
        <a:bodyPr/>
        <a:lstStyle/>
        <a:p>
          <a:endParaRPr lang="en-US"/>
        </a:p>
      </dgm:t>
    </dgm:pt>
    <dgm:pt modelId="{83AB4B3B-74FA-4A65-BA9A-E8EF9E2659CF}" type="sibTrans" cxnId="{3975F12C-6FED-4103-BAEA-49AFD970234F}">
      <dgm:prSet/>
      <dgm:spPr/>
      <dgm:t>
        <a:bodyPr/>
        <a:lstStyle/>
        <a:p>
          <a:endParaRPr lang="en-US"/>
        </a:p>
      </dgm:t>
    </dgm:pt>
    <dgm:pt modelId="{CFBE14F2-4A0D-4AF0-80CB-A9973FDDC6F0}">
      <dgm:prSet/>
      <dgm:spPr/>
      <dgm:t>
        <a:bodyPr/>
        <a:lstStyle/>
        <a:p>
          <a:r>
            <a:rPr lang="en-US"/>
            <a:t>- Certificate = an array color[v] for every vertex</a:t>
          </a:r>
        </a:p>
      </dgm:t>
    </dgm:pt>
    <dgm:pt modelId="{3F2E02FD-8351-4EC9-BEB7-8E7480C0CC25}" type="parTrans" cxnId="{9BCAD566-3083-4614-AB04-95102396FCC8}">
      <dgm:prSet/>
      <dgm:spPr/>
      <dgm:t>
        <a:bodyPr/>
        <a:lstStyle/>
        <a:p>
          <a:endParaRPr lang="en-US"/>
        </a:p>
      </dgm:t>
    </dgm:pt>
    <dgm:pt modelId="{6938AE5D-5BB3-437C-B966-25871D934351}" type="sibTrans" cxnId="{9BCAD566-3083-4614-AB04-95102396FCC8}">
      <dgm:prSet/>
      <dgm:spPr/>
      <dgm:t>
        <a:bodyPr/>
        <a:lstStyle/>
        <a:p>
          <a:endParaRPr lang="en-US"/>
        </a:p>
      </dgm:t>
    </dgm:pt>
    <dgm:pt modelId="{AC11D847-E07A-493A-BBE3-C0B883CF24E3}">
      <dgm:prSet/>
      <dgm:spPr/>
      <dgm:t>
        <a:bodyPr/>
        <a:lstStyle/>
        <a:p>
          <a:r>
            <a:rPr lang="en-US"/>
            <a:t>Must use colors in {0, …, k−1}</a:t>
          </a:r>
        </a:p>
      </dgm:t>
    </dgm:pt>
    <dgm:pt modelId="{E2D329B7-1142-4CE7-B4E6-FC36E938A811}" type="parTrans" cxnId="{9C36ED14-BFE3-4AFE-A1EE-1A3603C6E1EF}">
      <dgm:prSet/>
      <dgm:spPr/>
      <dgm:t>
        <a:bodyPr/>
        <a:lstStyle/>
        <a:p>
          <a:endParaRPr lang="en-US"/>
        </a:p>
      </dgm:t>
    </dgm:pt>
    <dgm:pt modelId="{EDA698FC-BEB7-41D6-8321-9FEAB862A22D}" type="sibTrans" cxnId="{9C36ED14-BFE3-4AFE-A1EE-1A3603C6E1EF}">
      <dgm:prSet/>
      <dgm:spPr/>
      <dgm:t>
        <a:bodyPr/>
        <a:lstStyle/>
        <a:p>
          <a:endParaRPr lang="en-US"/>
        </a:p>
      </dgm:t>
    </dgm:pt>
    <dgm:pt modelId="{082A4986-8199-47ED-847D-3DD336B4CC4A}">
      <dgm:prSet/>
      <dgm:spPr/>
      <dgm:t>
        <a:bodyPr/>
        <a:lstStyle/>
        <a:p>
          <a:r>
            <a:rPr lang="en-US"/>
            <a:t>Certificate verification runs in polynomial time, so k-Coloring ∈ NP</a:t>
          </a:r>
        </a:p>
      </dgm:t>
    </dgm:pt>
    <dgm:pt modelId="{18037497-566D-45AD-9533-63AD4FE10893}" type="parTrans" cxnId="{672F756A-FD09-4D15-9766-74D417D09CDE}">
      <dgm:prSet/>
      <dgm:spPr/>
      <dgm:t>
        <a:bodyPr/>
        <a:lstStyle/>
        <a:p>
          <a:endParaRPr lang="en-US"/>
        </a:p>
      </dgm:t>
    </dgm:pt>
    <dgm:pt modelId="{008A100C-7376-4B22-8C49-C21296499CAF}" type="sibTrans" cxnId="{672F756A-FD09-4D15-9766-74D417D09CDE}">
      <dgm:prSet/>
      <dgm:spPr/>
      <dgm:t>
        <a:bodyPr/>
        <a:lstStyle/>
        <a:p>
          <a:endParaRPr lang="en-US"/>
        </a:p>
      </dgm:t>
    </dgm:pt>
    <dgm:pt modelId="{45CB6677-7951-4A80-9BAF-21F29E131650}" type="pres">
      <dgm:prSet presAssocID="{C8784FCC-F7A3-42B6-BC35-C4211640C298}" presName="vert0" presStyleCnt="0">
        <dgm:presLayoutVars>
          <dgm:dir/>
          <dgm:animOne val="branch"/>
          <dgm:animLvl val="lvl"/>
        </dgm:presLayoutVars>
      </dgm:prSet>
      <dgm:spPr/>
    </dgm:pt>
    <dgm:pt modelId="{55856070-FDEF-4935-9A08-A6DEE1C60C11}" type="pres">
      <dgm:prSet presAssocID="{07238620-4BF4-400B-B80E-2CC7216CD83E}" presName="thickLine" presStyleLbl="alignNode1" presStyleIdx="0" presStyleCnt="4"/>
      <dgm:spPr/>
    </dgm:pt>
    <dgm:pt modelId="{D4F74B21-50EE-4DF5-9A48-8BD03F3EEB90}" type="pres">
      <dgm:prSet presAssocID="{07238620-4BF4-400B-B80E-2CC7216CD83E}" presName="horz1" presStyleCnt="0"/>
      <dgm:spPr/>
    </dgm:pt>
    <dgm:pt modelId="{51EB5C14-7B51-417F-A3EC-776E3808FE0A}" type="pres">
      <dgm:prSet presAssocID="{07238620-4BF4-400B-B80E-2CC7216CD83E}" presName="tx1" presStyleLbl="revTx" presStyleIdx="0" presStyleCnt="4"/>
      <dgm:spPr/>
    </dgm:pt>
    <dgm:pt modelId="{FC099EC9-CE8E-4BE2-80FD-089AD0215F2F}" type="pres">
      <dgm:prSet presAssocID="{07238620-4BF4-400B-B80E-2CC7216CD83E}" presName="vert1" presStyleCnt="0"/>
      <dgm:spPr/>
    </dgm:pt>
    <dgm:pt modelId="{8CB971F1-4B30-4D62-8741-03EE511CE067}" type="pres">
      <dgm:prSet presAssocID="{CFBE14F2-4A0D-4AF0-80CB-A9973FDDC6F0}" presName="thickLine" presStyleLbl="alignNode1" presStyleIdx="1" presStyleCnt="4"/>
      <dgm:spPr/>
    </dgm:pt>
    <dgm:pt modelId="{109E5867-E3DB-447D-9F92-742C8E2D2F08}" type="pres">
      <dgm:prSet presAssocID="{CFBE14F2-4A0D-4AF0-80CB-A9973FDDC6F0}" presName="horz1" presStyleCnt="0"/>
      <dgm:spPr/>
    </dgm:pt>
    <dgm:pt modelId="{0F86DA75-5F44-4612-8CE5-A7AD8D6923DA}" type="pres">
      <dgm:prSet presAssocID="{CFBE14F2-4A0D-4AF0-80CB-A9973FDDC6F0}" presName="tx1" presStyleLbl="revTx" presStyleIdx="1" presStyleCnt="4"/>
      <dgm:spPr/>
    </dgm:pt>
    <dgm:pt modelId="{26D31275-A299-45E0-93AB-C7C7AFAAAFA9}" type="pres">
      <dgm:prSet presAssocID="{CFBE14F2-4A0D-4AF0-80CB-A9973FDDC6F0}" presName="vert1" presStyleCnt="0"/>
      <dgm:spPr/>
    </dgm:pt>
    <dgm:pt modelId="{A48A52DF-19AE-441D-B679-3A866CD7E21C}" type="pres">
      <dgm:prSet presAssocID="{AC11D847-E07A-493A-BBE3-C0B883CF24E3}" presName="thickLine" presStyleLbl="alignNode1" presStyleIdx="2" presStyleCnt="4"/>
      <dgm:spPr/>
    </dgm:pt>
    <dgm:pt modelId="{33FADA2F-8E2B-43D1-8531-7FEDD8FABE83}" type="pres">
      <dgm:prSet presAssocID="{AC11D847-E07A-493A-BBE3-C0B883CF24E3}" presName="horz1" presStyleCnt="0"/>
      <dgm:spPr/>
    </dgm:pt>
    <dgm:pt modelId="{8CC5150F-550D-4E43-8BA2-4CC86F375BCA}" type="pres">
      <dgm:prSet presAssocID="{AC11D847-E07A-493A-BBE3-C0B883CF24E3}" presName="tx1" presStyleLbl="revTx" presStyleIdx="2" presStyleCnt="4"/>
      <dgm:spPr/>
    </dgm:pt>
    <dgm:pt modelId="{CD81B6CD-AEF2-4362-9611-B28B56DB4FFC}" type="pres">
      <dgm:prSet presAssocID="{AC11D847-E07A-493A-BBE3-C0B883CF24E3}" presName="vert1" presStyleCnt="0"/>
      <dgm:spPr/>
    </dgm:pt>
    <dgm:pt modelId="{A33BDED2-6699-45F3-A597-B0DD8C95915F}" type="pres">
      <dgm:prSet presAssocID="{082A4986-8199-47ED-847D-3DD336B4CC4A}" presName="thickLine" presStyleLbl="alignNode1" presStyleIdx="3" presStyleCnt="4"/>
      <dgm:spPr/>
    </dgm:pt>
    <dgm:pt modelId="{076B4FF5-E6B3-4600-BFD2-D1821D8A799F}" type="pres">
      <dgm:prSet presAssocID="{082A4986-8199-47ED-847D-3DD336B4CC4A}" presName="horz1" presStyleCnt="0"/>
      <dgm:spPr/>
    </dgm:pt>
    <dgm:pt modelId="{E831C7F0-D0BE-476B-A647-C27900D54D00}" type="pres">
      <dgm:prSet presAssocID="{082A4986-8199-47ED-847D-3DD336B4CC4A}" presName="tx1" presStyleLbl="revTx" presStyleIdx="3" presStyleCnt="4"/>
      <dgm:spPr/>
    </dgm:pt>
    <dgm:pt modelId="{4814AC2B-45CF-48C1-97DA-B5B8144425C5}" type="pres">
      <dgm:prSet presAssocID="{082A4986-8199-47ED-847D-3DD336B4CC4A}" presName="vert1" presStyleCnt="0"/>
      <dgm:spPr/>
    </dgm:pt>
  </dgm:ptLst>
  <dgm:cxnLst>
    <dgm:cxn modelId="{9C36ED14-BFE3-4AFE-A1EE-1A3603C6E1EF}" srcId="{C8784FCC-F7A3-42B6-BC35-C4211640C298}" destId="{AC11D847-E07A-493A-BBE3-C0B883CF24E3}" srcOrd="2" destOrd="0" parTransId="{E2D329B7-1142-4CE7-B4E6-FC36E938A811}" sibTransId="{EDA698FC-BEB7-41D6-8321-9FEAB862A22D}"/>
    <dgm:cxn modelId="{3975F12C-6FED-4103-BAEA-49AFD970234F}" srcId="{C8784FCC-F7A3-42B6-BC35-C4211640C298}" destId="{07238620-4BF4-400B-B80E-2CC7216CD83E}" srcOrd="0" destOrd="0" parTransId="{94E2959C-013E-424A-98F3-3A33E63DC614}" sibTransId="{83AB4B3B-74FA-4A65-BA9A-E8EF9E2659CF}"/>
    <dgm:cxn modelId="{FD17B65C-2326-4112-8A5D-5B422751497F}" type="presOf" srcId="{AC11D847-E07A-493A-BBE3-C0B883CF24E3}" destId="{8CC5150F-550D-4E43-8BA2-4CC86F375BCA}" srcOrd="0" destOrd="0" presId="urn:microsoft.com/office/officeart/2008/layout/LinedList"/>
    <dgm:cxn modelId="{26628E60-9023-41F6-BC37-AB1C7B9C9382}" type="presOf" srcId="{C8784FCC-F7A3-42B6-BC35-C4211640C298}" destId="{45CB6677-7951-4A80-9BAF-21F29E131650}" srcOrd="0" destOrd="0" presId="urn:microsoft.com/office/officeart/2008/layout/LinedList"/>
    <dgm:cxn modelId="{9BCAD566-3083-4614-AB04-95102396FCC8}" srcId="{C8784FCC-F7A3-42B6-BC35-C4211640C298}" destId="{CFBE14F2-4A0D-4AF0-80CB-A9973FDDC6F0}" srcOrd="1" destOrd="0" parTransId="{3F2E02FD-8351-4EC9-BEB7-8E7480C0CC25}" sibTransId="{6938AE5D-5BB3-437C-B966-25871D934351}"/>
    <dgm:cxn modelId="{672F756A-FD09-4D15-9766-74D417D09CDE}" srcId="{C8784FCC-F7A3-42B6-BC35-C4211640C298}" destId="{082A4986-8199-47ED-847D-3DD336B4CC4A}" srcOrd="3" destOrd="0" parTransId="{18037497-566D-45AD-9533-63AD4FE10893}" sibTransId="{008A100C-7376-4B22-8C49-C21296499CAF}"/>
    <dgm:cxn modelId="{0F4DAD4C-C456-4634-ABA3-6C833B12785D}" type="presOf" srcId="{082A4986-8199-47ED-847D-3DD336B4CC4A}" destId="{E831C7F0-D0BE-476B-A647-C27900D54D00}" srcOrd="0" destOrd="0" presId="urn:microsoft.com/office/officeart/2008/layout/LinedList"/>
    <dgm:cxn modelId="{D146CAB4-0AEE-446F-B0E4-408D1A04977E}" type="presOf" srcId="{07238620-4BF4-400B-B80E-2CC7216CD83E}" destId="{51EB5C14-7B51-417F-A3EC-776E3808FE0A}" srcOrd="0" destOrd="0" presId="urn:microsoft.com/office/officeart/2008/layout/LinedList"/>
    <dgm:cxn modelId="{335255D1-46EA-4437-BD9C-C8D19C3E8942}" type="presOf" srcId="{CFBE14F2-4A0D-4AF0-80CB-A9973FDDC6F0}" destId="{0F86DA75-5F44-4612-8CE5-A7AD8D6923DA}" srcOrd="0" destOrd="0" presId="urn:microsoft.com/office/officeart/2008/layout/LinedList"/>
    <dgm:cxn modelId="{5B6452AA-1FF9-4658-94DC-352BB3FD77FD}" type="presParOf" srcId="{45CB6677-7951-4A80-9BAF-21F29E131650}" destId="{55856070-FDEF-4935-9A08-A6DEE1C60C11}" srcOrd="0" destOrd="0" presId="urn:microsoft.com/office/officeart/2008/layout/LinedList"/>
    <dgm:cxn modelId="{5F205D23-F909-4B7F-84D1-2B55D0C852C9}" type="presParOf" srcId="{45CB6677-7951-4A80-9BAF-21F29E131650}" destId="{D4F74B21-50EE-4DF5-9A48-8BD03F3EEB90}" srcOrd="1" destOrd="0" presId="urn:microsoft.com/office/officeart/2008/layout/LinedList"/>
    <dgm:cxn modelId="{8635754D-C11A-44E7-B2C3-C7935B959C22}" type="presParOf" srcId="{D4F74B21-50EE-4DF5-9A48-8BD03F3EEB90}" destId="{51EB5C14-7B51-417F-A3EC-776E3808FE0A}" srcOrd="0" destOrd="0" presId="urn:microsoft.com/office/officeart/2008/layout/LinedList"/>
    <dgm:cxn modelId="{4290CCB8-B899-41A6-B1D1-EA3AD1BFCAAA}" type="presParOf" srcId="{D4F74B21-50EE-4DF5-9A48-8BD03F3EEB90}" destId="{FC099EC9-CE8E-4BE2-80FD-089AD0215F2F}" srcOrd="1" destOrd="0" presId="urn:microsoft.com/office/officeart/2008/layout/LinedList"/>
    <dgm:cxn modelId="{43D3ED3F-B518-4860-81FA-A6F7C4F9B136}" type="presParOf" srcId="{45CB6677-7951-4A80-9BAF-21F29E131650}" destId="{8CB971F1-4B30-4D62-8741-03EE511CE067}" srcOrd="2" destOrd="0" presId="urn:microsoft.com/office/officeart/2008/layout/LinedList"/>
    <dgm:cxn modelId="{94137CC7-4EA1-4B62-9842-8FE7F02D436A}" type="presParOf" srcId="{45CB6677-7951-4A80-9BAF-21F29E131650}" destId="{109E5867-E3DB-447D-9F92-742C8E2D2F08}" srcOrd="3" destOrd="0" presId="urn:microsoft.com/office/officeart/2008/layout/LinedList"/>
    <dgm:cxn modelId="{0E397BE6-08F5-4E8B-845E-AEC8A63556ED}" type="presParOf" srcId="{109E5867-E3DB-447D-9F92-742C8E2D2F08}" destId="{0F86DA75-5F44-4612-8CE5-A7AD8D6923DA}" srcOrd="0" destOrd="0" presId="urn:microsoft.com/office/officeart/2008/layout/LinedList"/>
    <dgm:cxn modelId="{5D214BBA-D00F-47DF-9343-B5A92FC4D7F8}" type="presParOf" srcId="{109E5867-E3DB-447D-9F92-742C8E2D2F08}" destId="{26D31275-A299-45E0-93AB-C7C7AFAAAFA9}" srcOrd="1" destOrd="0" presId="urn:microsoft.com/office/officeart/2008/layout/LinedList"/>
    <dgm:cxn modelId="{62996252-2238-4759-8C19-E573A9BEAF6E}" type="presParOf" srcId="{45CB6677-7951-4A80-9BAF-21F29E131650}" destId="{A48A52DF-19AE-441D-B679-3A866CD7E21C}" srcOrd="4" destOrd="0" presId="urn:microsoft.com/office/officeart/2008/layout/LinedList"/>
    <dgm:cxn modelId="{4F582D99-93F2-45E6-874E-D33E46E8BEED}" type="presParOf" srcId="{45CB6677-7951-4A80-9BAF-21F29E131650}" destId="{33FADA2F-8E2B-43D1-8531-7FEDD8FABE83}" srcOrd="5" destOrd="0" presId="urn:microsoft.com/office/officeart/2008/layout/LinedList"/>
    <dgm:cxn modelId="{630DD4CA-5E2E-4BCF-997F-93C24BCC03BC}" type="presParOf" srcId="{33FADA2F-8E2B-43D1-8531-7FEDD8FABE83}" destId="{8CC5150F-550D-4E43-8BA2-4CC86F375BCA}" srcOrd="0" destOrd="0" presId="urn:microsoft.com/office/officeart/2008/layout/LinedList"/>
    <dgm:cxn modelId="{22EA50D6-5003-407D-A53B-1D1759E70768}" type="presParOf" srcId="{33FADA2F-8E2B-43D1-8531-7FEDD8FABE83}" destId="{CD81B6CD-AEF2-4362-9611-B28B56DB4FFC}" srcOrd="1" destOrd="0" presId="urn:microsoft.com/office/officeart/2008/layout/LinedList"/>
    <dgm:cxn modelId="{C32CDBFE-351A-4746-818B-852046420AC9}" type="presParOf" srcId="{45CB6677-7951-4A80-9BAF-21F29E131650}" destId="{A33BDED2-6699-45F3-A597-B0DD8C95915F}" srcOrd="6" destOrd="0" presId="urn:microsoft.com/office/officeart/2008/layout/LinedList"/>
    <dgm:cxn modelId="{374E242A-A2A5-49E8-859A-3FE4F8C67AA2}" type="presParOf" srcId="{45CB6677-7951-4A80-9BAF-21F29E131650}" destId="{076B4FF5-E6B3-4600-BFD2-D1821D8A799F}" srcOrd="7" destOrd="0" presId="urn:microsoft.com/office/officeart/2008/layout/LinedList"/>
    <dgm:cxn modelId="{B558AF47-79C1-4597-8E3C-BA6896EEFDF8}" type="presParOf" srcId="{076B4FF5-E6B3-4600-BFD2-D1821D8A799F}" destId="{E831C7F0-D0BE-476B-A647-C27900D54D00}" srcOrd="0" destOrd="0" presId="urn:microsoft.com/office/officeart/2008/layout/LinedList"/>
    <dgm:cxn modelId="{9C0E434A-F860-44F0-B739-F3942D442CA6}" type="presParOf" srcId="{076B4FF5-E6B3-4600-BFD2-D1821D8A799F}" destId="{4814AC2B-45CF-48C1-97DA-B5B8144425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56070-FDEF-4935-9A08-A6DEE1C60C11}">
      <dsp:nvSpPr>
        <dsp:cNvPr id="0" name=""/>
        <dsp:cNvSpPr/>
      </dsp:nvSpPr>
      <dsp:spPr>
        <a:xfrm>
          <a:off x="0" y="0"/>
          <a:ext cx="569867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B5C14-7B51-417F-A3EC-776E3808FE0A}">
      <dsp:nvSpPr>
        <dsp:cNvPr id="0" name=""/>
        <dsp:cNvSpPr/>
      </dsp:nvSpPr>
      <dsp:spPr>
        <a:xfrm>
          <a:off x="0" y="0"/>
          <a:ext cx="5698671" cy="81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Certifier Process for k-coloring:</a:t>
          </a:r>
        </a:p>
      </dsp:txBody>
      <dsp:txXfrm>
        <a:off x="0" y="0"/>
        <a:ext cx="5698671" cy="815875"/>
      </dsp:txXfrm>
    </dsp:sp>
    <dsp:sp modelId="{8CB971F1-4B30-4D62-8741-03EE511CE067}">
      <dsp:nvSpPr>
        <dsp:cNvPr id="0" name=""/>
        <dsp:cNvSpPr/>
      </dsp:nvSpPr>
      <dsp:spPr>
        <a:xfrm>
          <a:off x="0" y="815875"/>
          <a:ext cx="569867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6DA75-5F44-4612-8CE5-A7AD8D6923DA}">
      <dsp:nvSpPr>
        <dsp:cNvPr id="0" name=""/>
        <dsp:cNvSpPr/>
      </dsp:nvSpPr>
      <dsp:spPr>
        <a:xfrm>
          <a:off x="0" y="815875"/>
          <a:ext cx="5698671" cy="81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Certificate = an array color[v] for every vertex</a:t>
          </a:r>
        </a:p>
      </dsp:txBody>
      <dsp:txXfrm>
        <a:off x="0" y="815875"/>
        <a:ext cx="5698671" cy="815875"/>
      </dsp:txXfrm>
    </dsp:sp>
    <dsp:sp modelId="{A48A52DF-19AE-441D-B679-3A866CD7E21C}">
      <dsp:nvSpPr>
        <dsp:cNvPr id="0" name=""/>
        <dsp:cNvSpPr/>
      </dsp:nvSpPr>
      <dsp:spPr>
        <a:xfrm>
          <a:off x="0" y="1631751"/>
          <a:ext cx="569867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5150F-550D-4E43-8BA2-4CC86F375BCA}">
      <dsp:nvSpPr>
        <dsp:cNvPr id="0" name=""/>
        <dsp:cNvSpPr/>
      </dsp:nvSpPr>
      <dsp:spPr>
        <a:xfrm>
          <a:off x="0" y="1631751"/>
          <a:ext cx="5698671" cy="81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Must use colors in {0, …, k−1}</a:t>
          </a:r>
        </a:p>
      </dsp:txBody>
      <dsp:txXfrm>
        <a:off x="0" y="1631751"/>
        <a:ext cx="5698671" cy="815875"/>
      </dsp:txXfrm>
    </dsp:sp>
    <dsp:sp modelId="{A33BDED2-6699-45F3-A597-B0DD8C95915F}">
      <dsp:nvSpPr>
        <dsp:cNvPr id="0" name=""/>
        <dsp:cNvSpPr/>
      </dsp:nvSpPr>
      <dsp:spPr>
        <a:xfrm>
          <a:off x="0" y="2447628"/>
          <a:ext cx="569867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1C7F0-D0BE-476B-A647-C27900D54D00}">
      <dsp:nvSpPr>
        <dsp:cNvPr id="0" name=""/>
        <dsp:cNvSpPr/>
      </dsp:nvSpPr>
      <dsp:spPr>
        <a:xfrm>
          <a:off x="0" y="2447627"/>
          <a:ext cx="5698671" cy="81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Certificate verification runs in polynomial time, so k-Coloring ∈ NP</a:t>
          </a:r>
        </a:p>
      </dsp:txBody>
      <dsp:txXfrm>
        <a:off x="0" y="2447627"/>
        <a:ext cx="5698671" cy="815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cf0dfaabb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cf0dfaabb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cf0dfaabb_1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cf0dfaabb_1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cf0dfaabb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cf0dfaabb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cf0dfaabb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cf0dfaabb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B71F9-09E0-CF16-6209-02D58B94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A9047-C2A9-663B-3800-BA57DFE42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A8070-BA4E-FA6B-8FF8-322B6AE2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0ED75-FB53-F22A-A519-E661D3A8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1D241-69F2-BB18-0F9D-A62E0FA4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586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B125-1C37-0F60-78B4-89E8E8E52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E0DD-65C7-239F-26A6-E81C455A3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56922-E350-A5D9-92C2-F12A7CA4D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BD97C-BC95-A250-B998-B2233F28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A9848-2870-1A51-3FED-6BCE2590D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7EA45-C315-F657-B454-DB0DBEC9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815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70" y="415212"/>
            <a:ext cx="2696726" cy="1318129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1" y="415212"/>
            <a:ext cx="4709806" cy="4114800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70" y="1733341"/>
            <a:ext cx="2696726" cy="2796671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11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5B13-8E37-161B-EE4F-301287D87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582" y="311913"/>
            <a:ext cx="6858000" cy="2455944"/>
          </a:xfrm>
        </p:spPr>
        <p:txBody>
          <a:bodyPr anchor="ctr">
            <a:normAutofit/>
          </a:bodyPr>
          <a:lstStyle/>
          <a:p>
            <a:r>
              <a:rPr lang="en-US" sz="5400" dirty="0"/>
              <a:t>Minimum Vertex Coloring</a:t>
            </a:r>
            <a:br>
              <a:rPr lang="en-US" sz="5400" dirty="0"/>
            </a:br>
            <a:r>
              <a:rPr lang="en-US" sz="4050" dirty="0"/>
              <a:t>Exact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4C21B-8CB4-BF8E-D4ED-7E43DD6C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135539"/>
            <a:ext cx="6858000" cy="48893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By: Ronnie Harshbarger</a:t>
            </a:r>
          </a:p>
        </p:txBody>
      </p:sp>
    </p:spTree>
    <p:extLst>
      <p:ext uri="{BB962C8B-B14F-4D97-AF65-F5344CB8AC3E}">
        <p14:creationId xmlns:p14="http://schemas.microsoft.com/office/powerpoint/2010/main" val="398892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C348-2B6A-2993-39CF-EE6B43D5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Problem: Minimum Vertex Coloring</a:t>
            </a:r>
            <a:br>
              <a:rPr lang="en-US" dirty="0"/>
            </a:br>
            <a:r>
              <a:rPr lang="en-US" sz="2400" dirty="0"/>
              <a:t>Goal: minimize number of colors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B1BA0-4BCB-C87A-B7D8-54E21F3B1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95790"/>
            <a:ext cx="7886700" cy="3263504"/>
          </a:xfrm>
        </p:spPr>
        <p:txBody>
          <a:bodyPr/>
          <a:lstStyle/>
          <a:p>
            <a:pPr marL="342900" lvl="1" indent="0">
              <a:buNone/>
            </a:pPr>
            <a:endParaRPr lang="en-US"/>
          </a:p>
          <a:p>
            <a:pPr marL="0" indent="0" algn="ctr">
              <a:buNone/>
            </a:pPr>
            <a:r>
              <a:rPr lang="en-US"/>
              <a:t>Assign colors to vertices</a:t>
            </a:r>
          </a:p>
          <a:p>
            <a:pPr marL="0" indent="0" algn="ctr">
              <a:buNone/>
            </a:pPr>
            <a:r>
              <a:rPr lang="en-US"/>
              <a:t>Adjacent vertices must have different colors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lose-up of several connected lines&#10;&#10;AI-generated content may be incorrect.">
            <a:extLst>
              <a:ext uri="{FF2B5EF4-FFF2-40B4-BE49-F238E27FC236}">
                <a16:creationId xmlns:a16="http://schemas.microsoft.com/office/drawing/2014/main" id="{3E8C89A6-4FE6-0D32-DB97-B425ECF33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20" y="3000971"/>
            <a:ext cx="7146960" cy="168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8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1B2F-168D-E042-1AE9-A248CB92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/>
              <a:t>Decision vs. Optimization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FF9B48-EFB8-DD84-FD32-8F47FF4D0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b="1"/>
              <a:t>Optimization Version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/>
              <a:t>Find χ(G) and give a coloring achieving it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/>
              <a:t>Input: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/>
              <a:t>    Graph G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/>
              <a:t>Output: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/>
              <a:t>    </a:t>
            </a:r>
            <a:r>
              <a:rPr lang="el-GR"/>
              <a:t>χ(</a:t>
            </a:r>
            <a:r>
              <a:rPr lang="en-US"/>
              <a:t>G)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/>
              <a:t>    Valid coloring using exactly χ(G) colors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BB0BA-4818-43F2-E95D-470E50A46D2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 wrap="square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b="1" dirty="0"/>
              <a:t>Decision Version (k-Coloring)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Does G have a valid coloring using ≤ k colors?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Input: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    graph G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    k = 3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Output: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    Yes/No</a:t>
            </a:r>
          </a:p>
        </p:txBody>
      </p:sp>
    </p:spTree>
    <p:extLst>
      <p:ext uri="{BB962C8B-B14F-4D97-AF65-F5344CB8AC3E}">
        <p14:creationId xmlns:p14="http://schemas.microsoft.com/office/powerpoint/2010/main" val="78952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57EA-26C6-1BA0-35E5-5397167D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Certifier Process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C056256-604E-5BCF-B12A-E3663BB996B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20436" y="1510168"/>
          <a:ext cx="5698672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B19314-5F88-BA49-1233-38B1768DE854}"/>
              </a:ext>
            </a:extLst>
          </p:cNvPr>
          <p:cNvSpPr txBox="1"/>
          <p:nvPr/>
        </p:nvSpPr>
        <p:spPr>
          <a:xfrm>
            <a:off x="6164036" y="1493615"/>
            <a:ext cx="2596243" cy="12234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for each v in V:</a:t>
            </a:r>
          </a:p>
          <a:p>
            <a:r>
              <a:rPr lang="en-US" sz="1050" dirty="0"/>
              <a:t>    if color[v] not in 0..k-1: reject</a:t>
            </a:r>
          </a:p>
          <a:p>
            <a:endParaRPr lang="en-US" sz="1050" dirty="0"/>
          </a:p>
          <a:p>
            <a:r>
              <a:rPr lang="en-US" sz="1050" dirty="0"/>
              <a:t>for each (</a:t>
            </a:r>
            <a:r>
              <a:rPr lang="en-US" sz="1050" dirty="0" err="1"/>
              <a:t>u,v</a:t>
            </a:r>
            <a:r>
              <a:rPr lang="en-US" sz="1050" dirty="0"/>
              <a:t>) in E:</a:t>
            </a:r>
          </a:p>
          <a:p>
            <a:r>
              <a:rPr lang="en-US" sz="1050" dirty="0"/>
              <a:t>    if color[u] == color[v]: reject</a:t>
            </a:r>
          </a:p>
          <a:p>
            <a:endParaRPr lang="en-US" sz="1050" dirty="0"/>
          </a:p>
          <a:p>
            <a:r>
              <a:rPr lang="en-US" sz="1050" dirty="0"/>
              <a:t>accept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8EAB0D-6A91-31B8-2588-D3A3D45F0001}"/>
              </a:ext>
            </a:extLst>
          </p:cNvPr>
          <p:cNvSpPr txBox="1"/>
          <p:nvPr/>
        </p:nvSpPr>
        <p:spPr>
          <a:xfrm>
            <a:off x="6164036" y="3069584"/>
            <a:ext cx="2759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Total work = O(|V| + |E|)</a:t>
            </a:r>
          </a:p>
        </p:txBody>
      </p:sp>
    </p:spTree>
    <p:extLst>
      <p:ext uri="{BB962C8B-B14F-4D97-AF65-F5344CB8AC3E}">
        <p14:creationId xmlns:p14="http://schemas.microsoft.com/office/powerpoint/2010/main" val="291297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527946-7527-BEBF-6260-41A62A22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Reduction: 3-Coloring NP-hard Problem</a:t>
            </a: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42DFC989-A685-EF60-A0FA-8D735D5AA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2321"/>
            <a:ext cx="4318000" cy="2521179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7C6DBAE-3BE5-6497-652C-7FF26D49E08F}"/>
              </a:ext>
            </a:extLst>
          </p:cNvPr>
          <p:cNvSpPr txBox="1">
            <a:spLocks/>
          </p:cNvSpPr>
          <p:nvPr/>
        </p:nvSpPr>
        <p:spPr>
          <a:xfrm>
            <a:off x="4329949" y="352785"/>
            <a:ext cx="2410287" cy="3272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US" sz="1500" b="1" dirty="0">
                <a:solidFill>
                  <a:schemeClr val="tx1">
                    <a:lumMod val="50000"/>
                  </a:schemeClr>
                </a:solidFill>
              </a:rPr>
              <a:t>3-Coloring</a:t>
            </a:r>
          </a:p>
          <a:p>
            <a:pPr marL="0" indent="0">
              <a:buFont typeface="Roboto"/>
              <a:buNone/>
            </a:pPr>
            <a:r>
              <a:rPr lang="en-US" sz="1500" dirty="0">
                <a:solidFill>
                  <a:schemeClr val="tx1">
                    <a:lumMod val="50000"/>
                  </a:schemeClr>
                </a:solidFill>
              </a:rPr>
              <a:t>Input:   graph </a:t>
            </a:r>
            <a:r>
              <a:rPr lang="en-US" sz="1500" b="1" dirty="0">
                <a:solidFill>
                  <a:schemeClr val="tx1">
                    <a:lumMod val="50000"/>
                  </a:schemeClr>
                </a:solidFill>
              </a:rPr>
              <a:t>G</a:t>
            </a:r>
          </a:p>
          <a:p>
            <a:pPr marL="0" indent="0">
              <a:buFont typeface="Roboto"/>
              <a:buNone/>
            </a:pPr>
            <a:r>
              <a:rPr lang="en-US" sz="1500" dirty="0">
                <a:solidFill>
                  <a:schemeClr val="tx1">
                    <a:lumMod val="50000"/>
                  </a:schemeClr>
                </a:solidFill>
              </a:rPr>
              <a:t> Can </a:t>
            </a:r>
            <a:r>
              <a:rPr lang="en-US" sz="1500" b="1" dirty="0">
                <a:solidFill>
                  <a:schemeClr val="tx1">
                    <a:lumMod val="50000"/>
                  </a:schemeClr>
                </a:solidFill>
              </a:rPr>
              <a:t>G</a:t>
            </a:r>
            <a:r>
              <a:rPr lang="en-US" sz="1500" dirty="0">
                <a:solidFill>
                  <a:schemeClr val="tx1">
                    <a:lumMod val="50000"/>
                  </a:schemeClr>
                </a:solidFill>
              </a:rPr>
              <a:t> be colored with ≤ 3 colors?</a:t>
            </a:r>
          </a:p>
          <a:p>
            <a:pPr marL="0" indent="0">
              <a:buFont typeface="Roboto"/>
              <a:buNone/>
            </a:pPr>
            <a:r>
              <a:rPr lang="en-US" sz="1500" dirty="0">
                <a:solidFill>
                  <a:schemeClr val="tx1">
                    <a:lumMod val="50000"/>
                  </a:schemeClr>
                </a:solidFill>
              </a:rPr>
              <a:t> 3-Coloring is NP-complete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C584DC6-94AB-46F7-9468-16614CDD503C}"/>
              </a:ext>
            </a:extLst>
          </p:cNvPr>
          <p:cNvSpPr txBox="1">
            <a:spLocks/>
          </p:cNvSpPr>
          <p:nvPr/>
        </p:nvSpPr>
        <p:spPr>
          <a:xfrm>
            <a:off x="6605018" y="352785"/>
            <a:ext cx="2633846" cy="327288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500" b="1" dirty="0"/>
              <a:t>Minimum Coloring</a:t>
            </a:r>
          </a:p>
          <a:p>
            <a:r>
              <a:rPr lang="en-US" sz="1500" dirty="0"/>
              <a:t>Give the same graph </a:t>
            </a:r>
            <a:r>
              <a:rPr lang="en-US" sz="1500" b="1" dirty="0"/>
              <a:t>G</a:t>
            </a:r>
            <a:r>
              <a:rPr lang="en-US" sz="1500" dirty="0"/>
              <a:t> to minimum coloring solver</a:t>
            </a:r>
          </a:p>
          <a:p>
            <a:r>
              <a:rPr lang="en-US" sz="1500" dirty="0"/>
              <a:t>If solver returns χ(</a:t>
            </a:r>
            <a:r>
              <a:rPr lang="en-US" sz="1500" b="1" dirty="0"/>
              <a:t>G</a:t>
            </a:r>
            <a:r>
              <a:rPr lang="en-US" sz="1500" dirty="0"/>
              <a:t>) ≤ 3 → YES</a:t>
            </a:r>
          </a:p>
          <a:p>
            <a:r>
              <a:rPr lang="en-US" sz="1500" dirty="0"/>
              <a:t>If solver returns χ(G) ≥ 4 → NO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88BB0-16D4-54AD-4CDD-103E27DBF208}"/>
              </a:ext>
            </a:extLst>
          </p:cNvPr>
          <p:cNvSpPr txBox="1"/>
          <p:nvPr/>
        </p:nvSpPr>
        <p:spPr>
          <a:xfrm>
            <a:off x="4826001" y="3098079"/>
            <a:ext cx="400913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The  minimum coloring solver’s output directly answers the 3-Coloring instance</a:t>
            </a:r>
          </a:p>
          <a:p>
            <a:r>
              <a:rPr lang="en-US" sz="1500" dirty="0"/>
              <a:t>Running the solver on G is polynomial-time</a:t>
            </a:r>
          </a:p>
        </p:txBody>
      </p:sp>
    </p:spTree>
    <p:extLst>
      <p:ext uri="{BB962C8B-B14F-4D97-AF65-F5344CB8AC3E}">
        <p14:creationId xmlns:p14="http://schemas.microsoft.com/office/powerpoint/2010/main" val="176516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39BC-6EC1-F1A6-53D4-5B55B57AA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Analytical Runtime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251D03-65D5-BAE1-D31B-C15B0E0C84E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Big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𝒪</m:t>
                    </m:r>
                  </m:oMath>
                </a14:m>
                <a:r>
                  <a:rPr lang="en-US" dirty="0"/>
                  <a:t> Analysis:</a:t>
                </a:r>
              </a:p>
              <a:p>
                <a:pPr marL="0" indent="0">
                  <a:buNone/>
                </a:pPr>
                <a:r>
                  <a:rPr lang="en-US" sz="1200" dirty="0"/>
                  <a:t>Build adjacency list: </a:t>
                </a:r>
                <a:r>
                  <a:rPr lang="en-US" sz="1200" b="1" dirty="0"/>
                  <a:t>O(n + m)</a:t>
                </a:r>
              </a:p>
              <a:p>
                <a:pPr marL="0" indent="0">
                  <a:buNone/>
                </a:pPr>
                <a:r>
                  <a:rPr lang="en-US" sz="1500" dirty="0"/>
                  <a:t>Backtracking:</a:t>
                </a:r>
              </a:p>
              <a:p>
                <a:pPr marL="0" indent="0">
                  <a:buNone/>
                </a:pPr>
                <a:r>
                  <a:rPr lang="en-US" sz="1200" dirty="0"/>
                  <a:t>At most k choices per vertex </a:t>
                </a:r>
              </a:p>
              <a:p>
                <a:pPr marL="0" indent="0">
                  <a:buNone/>
                </a:pPr>
                <a:r>
                  <a:rPr lang="en-US" sz="1200" dirty="0"/>
                  <a:t>	 ≤ kⁿ colorings explored</a:t>
                </a:r>
              </a:p>
              <a:p>
                <a:pPr marL="0" indent="0">
                  <a:buNone/>
                </a:pPr>
                <a:r>
                  <a:rPr lang="en-US" sz="1200" dirty="0"/>
                  <a:t>Each step checks neighbors of v </a:t>
                </a:r>
              </a:p>
              <a:p>
                <a:pPr marL="0" indent="0">
                  <a:buNone/>
                </a:pPr>
                <a:r>
                  <a:rPr lang="en-US" sz="1200" dirty="0"/>
                  <a:t>	 O(deg(v)) ⊆ </a:t>
                </a:r>
                <a:r>
                  <a:rPr lang="en-US" sz="1200" b="1" dirty="0"/>
                  <a:t>O(n</a:t>
                </a:r>
                <a:r>
                  <a:rPr lang="en-US" sz="1200" dirty="0"/>
                  <a:t>)</a:t>
                </a:r>
              </a:p>
              <a:p>
                <a:pPr marL="0" indent="0">
                  <a:buNone/>
                </a:pPr>
                <a:r>
                  <a:rPr lang="en-US" sz="1200" dirty="0"/>
                  <a:t>So T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AE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ar-AE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1200" b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ar-AE" sz="12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b="1" dirty="0"/>
              </a:p>
              <a:p>
                <a:pPr marL="0" indent="0">
                  <a:buNone/>
                </a:pPr>
                <a:r>
                  <a:rPr lang="en-US" sz="1500" dirty="0"/>
                  <a:t>Worst case:</a:t>
                </a:r>
              </a:p>
              <a:p>
                <a:pPr marL="0" indent="0">
                  <a:buNone/>
                </a:pPr>
                <a:r>
                  <a:rPr lang="pt-BR" sz="1200" dirty="0"/>
                  <a:t>T(n)=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ar-AE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1200" b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ar-AE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251D03-65D5-BAE1-D31B-C15B0E0C8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78EBA-1EFF-09AE-BD8B-19DE52CD2F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70956-65A1-478A-5FF1-BBD968D6C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794" y="1369219"/>
            <a:ext cx="5442399" cy="364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9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0D13-4B6F-07D0-D720-D8CB7F903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6951" y="168689"/>
            <a:ext cx="4115453" cy="1330452"/>
          </a:xfrm>
        </p:spPr>
        <p:txBody>
          <a:bodyPr spcFirstLastPara="1" vert="horz" wrap="square" lIns="68580" tIns="34290" rIns="68580" bIns="34290" rtlCol="0" anchor="ctr" anchorCtr="0">
            <a:normAutofit/>
          </a:bodyPr>
          <a:lstStyle/>
          <a:p>
            <a:r>
              <a:rPr lang="en-US" sz="2700" dirty="0">
                <a:solidFill>
                  <a:schemeClr val="tx2"/>
                </a:solidFill>
              </a:rPr>
              <a:t>Empirical Runtime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4FAE3E-7334-C7C3-51F5-9120FE660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895" y="2164368"/>
            <a:ext cx="3902276" cy="23803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C2EEC6-6972-393E-74C6-41ACFC672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06" y="2164368"/>
            <a:ext cx="3837889" cy="227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3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 Graph Coloring: Approximate Solution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Braden Drake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and Pseudocode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4644675" y="522450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Randomized Greedy Strategy</a:t>
            </a:r>
            <a:endParaRPr b="1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Randomizes the vertex order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Assign the smallest color not used by neighbors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always produces a valid coloring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Reason for Randomization</a:t>
            </a:r>
            <a:endParaRPr b="1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Greedy being optimal or near optimal depends on the order the vertices are visited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randomness to reduce worst case behavior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This greedy solution is O(V + E)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Optimal or near optimal for normal graphs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Scales well (n &gt; 1000 vertices)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11725" y="1540375"/>
            <a:ext cx="38211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Approx Solution: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Shuffle the vertices randomly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 each vertex v in the shuffled vertices: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used_col = colors of neighbors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assign v the smallest color not in used_col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" name="Google Shape;73;p14" title="Screenshot 2025-12-02 2201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875" y="3009825"/>
            <a:ext cx="15240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7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Runtime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0" y="1296400"/>
            <a:ext cx="47025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Building adjacency list: O(E)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Shuffling vertices: O(V)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Outer loop runs V times, each time: O(deg(V) + deg(V)) = O(deg(V)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This becomes O(2E) = O(E)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So algorithm = shuffle + loop = O(V) + O(E) = O(V + E)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Total Runtime = build + algorithm = O(E) + O(V + E) = O(V + E)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80" name="Google Shape;80;p15" title="Screenshot 2025-12-03 0009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2875" y="0"/>
            <a:ext cx="3016582" cy="21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title="Screenshot 2025-12-03 0009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3925" y="2399100"/>
            <a:ext cx="3264875" cy="27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Screenshot 2025-12-02 2201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2975" y="2349925"/>
            <a:ext cx="15240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7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Non-Optimal Result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4662750" y="130300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Greedy fails when unlucky</a:t>
            </a:r>
            <a:endParaRPr sz="1600" b="1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greedy solution depends on the order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it randomizes to an unlucky vertex order, it can produce more colors than what is optimal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Imagine the order is:</a:t>
            </a:r>
            <a:endParaRPr sz="16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A-&gt;B-&gt;C-&gt;E-&gt;F-&gt;D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1701225" y="2851075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17625" y="2851075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984825" y="2904025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991350" y="4095975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1934425" y="4147675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737925" y="4147675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" name="Google Shape;95;p16"/>
          <p:cNvCxnSpPr>
            <a:stCxn id="90" idx="6"/>
            <a:endCxn id="92" idx="1"/>
          </p:cNvCxnSpPr>
          <p:nvPr/>
        </p:nvCxnSpPr>
        <p:spPr>
          <a:xfrm>
            <a:off x="878725" y="3077125"/>
            <a:ext cx="2180100" cy="108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" name="Google Shape;96;p16"/>
          <p:cNvSpPr txBox="1"/>
          <p:nvPr/>
        </p:nvSpPr>
        <p:spPr>
          <a:xfrm>
            <a:off x="526225" y="2882725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988725" y="4179325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792225" y="4179325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3044175" y="2935675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785188" y="2874375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3039125" y="4127625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" name="Google Shape;102;p16"/>
          <p:cNvCxnSpPr>
            <a:stCxn id="96" idx="2"/>
            <a:endCxn id="97" idx="0"/>
          </p:cNvCxnSpPr>
          <p:nvPr/>
        </p:nvCxnSpPr>
        <p:spPr>
          <a:xfrm>
            <a:off x="702475" y="3271525"/>
            <a:ext cx="1462500" cy="9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103;p16"/>
          <p:cNvCxnSpPr>
            <a:stCxn id="100" idx="1"/>
            <a:endCxn id="98" idx="0"/>
          </p:cNvCxnSpPr>
          <p:nvPr/>
        </p:nvCxnSpPr>
        <p:spPr>
          <a:xfrm flipH="1">
            <a:off x="968588" y="3068775"/>
            <a:ext cx="816600" cy="1110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6"/>
          <p:cNvCxnSpPr>
            <a:stCxn id="100" idx="2"/>
            <a:endCxn id="97" idx="0"/>
          </p:cNvCxnSpPr>
          <p:nvPr/>
        </p:nvCxnSpPr>
        <p:spPr>
          <a:xfrm>
            <a:off x="1961438" y="3263175"/>
            <a:ext cx="203400" cy="91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6"/>
          <p:cNvCxnSpPr>
            <a:stCxn id="100" idx="3"/>
            <a:endCxn id="101" idx="1"/>
          </p:cNvCxnSpPr>
          <p:nvPr/>
        </p:nvCxnSpPr>
        <p:spPr>
          <a:xfrm>
            <a:off x="2137688" y="3068775"/>
            <a:ext cx="901500" cy="125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6"/>
          <p:cNvCxnSpPr>
            <a:stCxn id="100" idx="3"/>
            <a:endCxn id="99" idx="1"/>
          </p:cNvCxnSpPr>
          <p:nvPr/>
        </p:nvCxnSpPr>
        <p:spPr>
          <a:xfrm>
            <a:off x="2137688" y="3068775"/>
            <a:ext cx="906600" cy="6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107;p16"/>
          <p:cNvCxnSpPr>
            <a:endCxn id="97" idx="1"/>
          </p:cNvCxnSpPr>
          <p:nvPr/>
        </p:nvCxnSpPr>
        <p:spPr>
          <a:xfrm>
            <a:off x="1199125" y="4373725"/>
            <a:ext cx="78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6"/>
          <p:cNvSpPr/>
          <p:nvPr/>
        </p:nvSpPr>
        <p:spPr>
          <a:xfrm rot="8100000">
            <a:off x="729970" y="2142881"/>
            <a:ext cx="2792930" cy="2736503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489925" y="2515350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1776050" y="2515350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737925" y="4585225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973088" y="4568075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3063650" y="4516425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062175" y="2515350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310119" y="3030594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026519" y="3030594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7593719" y="3083544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7600244" y="4275494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543319" y="4327194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346819" y="4327194"/>
            <a:ext cx="461100" cy="452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6"/>
          <p:cNvCxnSpPr>
            <a:stCxn id="116" idx="6"/>
            <a:endCxn id="118" idx="1"/>
          </p:cNvCxnSpPr>
          <p:nvPr/>
        </p:nvCxnSpPr>
        <p:spPr>
          <a:xfrm>
            <a:off x="5487619" y="3256644"/>
            <a:ext cx="2180100" cy="108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" name="Google Shape;122;p16"/>
          <p:cNvSpPr txBox="1"/>
          <p:nvPr/>
        </p:nvSpPr>
        <p:spPr>
          <a:xfrm>
            <a:off x="5135119" y="3062244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597619" y="4358844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401119" y="4358844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7653069" y="3115194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394083" y="3053894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7648019" y="4307144"/>
            <a:ext cx="3525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" name="Google Shape;128;p16"/>
          <p:cNvCxnSpPr>
            <a:stCxn id="122" idx="2"/>
            <a:endCxn id="123" idx="0"/>
          </p:cNvCxnSpPr>
          <p:nvPr/>
        </p:nvCxnSpPr>
        <p:spPr>
          <a:xfrm>
            <a:off x="5311369" y="3451044"/>
            <a:ext cx="1462500" cy="90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6"/>
          <p:cNvCxnSpPr>
            <a:stCxn id="126" idx="1"/>
            <a:endCxn id="124" idx="0"/>
          </p:cNvCxnSpPr>
          <p:nvPr/>
        </p:nvCxnSpPr>
        <p:spPr>
          <a:xfrm flipH="1">
            <a:off x="5577483" y="3248294"/>
            <a:ext cx="816600" cy="1110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6"/>
          <p:cNvCxnSpPr>
            <a:stCxn id="126" idx="2"/>
            <a:endCxn id="123" idx="0"/>
          </p:cNvCxnSpPr>
          <p:nvPr/>
        </p:nvCxnSpPr>
        <p:spPr>
          <a:xfrm>
            <a:off x="6570333" y="3442694"/>
            <a:ext cx="203400" cy="91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6"/>
          <p:cNvCxnSpPr>
            <a:stCxn id="126" idx="3"/>
            <a:endCxn id="127" idx="1"/>
          </p:cNvCxnSpPr>
          <p:nvPr/>
        </p:nvCxnSpPr>
        <p:spPr>
          <a:xfrm>
            <a:off x="6746583" y="3248294"/>
            <a:ext cx="901500" cy="125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6"/>
          <p:cNvCxnSpPr>
            <a:stCxn id="126" idx="3"/>
            <a:endCxn id="125" idx="1"/>
          </p:cNvCxnSpPr>
          <p:nvPr/>
        </p:nvCxnSpPr>
        <p:spPr>
          <a:xfrm>
            <a:off x="6746583" y="3248294"/>
            <a:ext cx="906600" cy="6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6"/>
          <p:cNvCxnSpPr>
            <a:endCxn id="123" idx="1"/>
          </p:cNvCxnSpPr>
          <p:nvPr/>
        </p:nvCxnSpPr>
        <p:spPr>
          <a:xfrm>
            <a:off x="5808019" y="4553244"/>
            <a:ext cx="78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" name="Google Shape;134;p16"/>
          <p:cNvSpPr/>
          <p:nvPr/>
        </p:nvSpPr>
        <p:spPr>
          <a:xfrm rot="8100000">
            <a:off x="5338864" y="2322399"/>
            <a:ext cx="2792930" cy="2736503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098819" y="2694869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384944" y="2694869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346819" y="4764744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581982" y="4747594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672544" y="4695944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7671069" y="2694869"/>
            <a:ext cx="316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" name="Google Shape;141;p16"/>
          <p:cNvCxnSpPr>
            <a:stCxn id="99" idx="2"/>
            <a:endCxn id="97" idx="0"/>
          </p:cNvCxnSpPr>
          <p:nvPr/>
        </p:nvCxnSpPr>
        <p:spPr>
          <a:xfrm flipH="1">
            <a:off x="2165025" y="3324475"/>
            <a:ext cx="1055400" cy="85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6"/>
          <p:cNvCxnSpPr>
            <a:stCxn id="125" idx="2"/>
            <a:endCxn id="123" idx="0"/>
          </p:cNvCxnSpPr>
          <p:nvPr/>
        </p:nvCxnSpPr>
        <p:spPr>
          <a:xfrm flipH="1">
            <a:off x="6773919" y="3503994"/>
            <a:ext cx="1055400" cy="85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" name="Google Shape;143;p16"/>
          <p:cNvSpPr txBox="1"/>
          <p:nvPr/>
        </p:nvSpPr>
        <p:spPr>
          <a:xfrm>
            <a:off x="311725" y="2075525"/>
            <a:ext cx="24135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Optimal: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41286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Performance Exact vs Approx</a:t>
            </a:r>
            <a:endParaRPr/>
          </a:p>
        </p:txBody>
      </p:sp>
      <p:pic>
        <p:nvPicPr>
          <p:cNvPr id="149" name="Google Shape;149;p17" title="Screenshot 2025-12-02 2313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25" y="2679850"/>
            <a:ext cx="4042776" cy="18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title="Screenshot 2025-12-02 2319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2725" y="152400"/>
            <a:ext cx="4000751" cy="246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title="Screenshot 2025-12-02 2320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679850"/>
            <a:ext cx="3956760" cy="246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7624" y="816429"/>
            <a:ext cx="5653804" cy="2080795"/>
          </a:xfrm>
        </p:spPr>
        <p:txBody>
          <a:bodyPr>
            <a:normAutofit/>
          </a:bodyPr>
          <a:lstStyle/>
          <a:p>
            <a:pPr algn="l"/>
            <a:r>
              <a:rPr lang="en-US" sz="4050" dirty="0"/>
              <a:t>Lower Bound for Min Graph Coloring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7795" y="3020409"/>
            <a:ext cx="5653804" cy="760580"/>
          </a:xfrm>
        </p:spPr>
        <p:txBody>
          <a:bodyPr spcFirstLastPara="1" vert="horz" wrap="square" lIns="68580" tIns="34290" rIns="68580" bIns="34290" rtlCol="0" anchor="t" anchorCtr="0">
            <a:normAutofit/>
          </a:bodyPr>
          <a:lstStyle/>
          <a:p>
            <a:pPr algn="l"/>
            <a:r>
              <a:rPr lang="en-US" sz="1650" dirty="0"/>
              <a:t>Hoffman Lower Bound 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B473-C2BF-C09D-5885-8FC15C79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Formula 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3CC9D6E-F0B9-500A-24DE-14D057085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6914" y="1083517"/>
            <a:ext cx="5580713" cy="182674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983CB-3D6A-6475-64E5-1AC5383B7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95940" y="3106270"/>
            <a:ext cx="5752121" cy="1426879"/>
          </a:xfrm>
        </p:spPr>
        <p:txBody>
          <a:bodyPr>
            <a:noAutofit/>
          </a:bodyPr>
          <a:lstStyle/>
          <a:p>
            <a:r>
              <a:rPr lang="en-US" sz="2400" dirty="0"/>
              <a:t>x(G) represents the chromatic color </a:t>
            </a:r>
          </a:p>
          <a:p>
            <a:r>
              <a:rPr lang="en-US" sz="2400" dirty="0">
                <a:ea typeface="+mn-lt"/>
                <a:cs typeface="+mn-lt"/>
              </a:rPr>
              <a:t>𝜆 represents the graphs eigenvalues 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9423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D56B3-4DCD-A42F-1237-36F9A5A62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4805"/>
            <a:ext cx="5422246" cy="454587"/>
          </a:xfrm>
        </p:spPr>
        <p:txBody>
          <a:bodyPr spcFirstLastPara="1" vert="horz" wrap="square" lIns="68580" tIns="34290" rIns="68580" bIns="34290" rtlCol="0" anchor="b" anchorCtr="0">
            <a:normAutofit fontScale="90000"/>
          </a:bodyPr>
          <a:lstStyle/>
          <a:p>
            <a:r>
              <a:rPr lang="en-US" sz="2700" b="1" kern="1200" dirty="0">
                <a:latin typeface="+mj-lt"/>
                <a:ea typeface="+mj-ea"/>
                <a:cs typeface="+mj-cs"/>
              </a:rPr>
              <a:t>Uses the adjacency matrix </a:t>
            </a: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7B3C6EC-B838-5415-80D2-16CC8657A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873" y="1661117"/>
            <a:ext cx="2393684" cy="2172303"/>
          </a:xfrm>
          <a:prstGeom prst="rect">
            <a:avLst/>
          </a:prstGeom>
        </p:spPr>
      </p:pic>
      <p:pic>
        <p:nvPicPr>
          <p:cNvPr id="6" name="Picture 5" descr="A black background with white and pink numbers&#10;&#10;AI-generated content may be incorrect.">
            <a:extLst>
              <a:ext uri="{FF2B5EF4-FFF2-40B4-BE49-F238E27FC236}">
                <a16:creationId xmlns:a16="http://schemas.microsoft.com/office/drawing/2014/main" id="{DBB93398-57A0-C53C-04CE-A9481C17D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951" y="1661629"/>
            <a:ext cx="3434313" cy="217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16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50C4-1C5D-3D84-B6F5-A826B0A5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this looks as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2E3A3-5B7D-B55F-74C9-26A4D61E7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486" y="1845161"/>
            <a:ext cx="3886200" cy="2150980"/>
          </a:xfrm>
        </p:spPr>
        <p:txBody>
          <a:bodyPr>
            <a:noAutofit/>
          </a:bodyPr>
          <a:lstStyle/>
          <a:p>
            <a:r>
              <a:rPr lang="en-US" sz="2100" dirty="0"/>
              <a:t>The math for the eigenvalues is handled by NumPy</a:t>
            </a:r>
          </a:p>
          <a:p>
            <a:r>
              <a:rPr lang="en-US" sz="2100" dirty="0"/>
              <a:t>A is the adjacency matrix </a:t>
            </a:r>
          </a:p>
          <a:p>
            <a:r>
              <a:rPr lang="en-US" sz="2100" dirty="0"/>
              <a:t>Ceil rounds them up </a:t>
            </a:r>
          </a:p>
        </p:txBody>
      </p:sp>
      <p:pic>
        <p:nvPicPr>
          <p:cNvPr id="6" name="Content Placeholder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F1FC830C-CF64-1B25-F8E5-5B4A660FCF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723062"/>
            <a:ext cx="3886200" cy="2556213"/>
          </a:xfrm>
        </p:spPr>
      </p:pic>
    </p:spTree>
    <p:extLst>
      <p:ext uri="{BB962C8B-B14F-4D97-AF65-F5344CB8AC3E}">
        <p14:creationId xmlns:p14="http://schemas.microsoft.com/office/powerpoint/2010/main" val="2590780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4645-AD97-C5A9-142B-57DA1F51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 with lower bound added </a:t>
            </a:r>
          </a:p>
        </p:txBody>
      </p:sp>
      <p:pic>
        <p:nvPicPr>
          <p:cNvPr id="5" name="Content Placeholder 4" descr="A graph of blue and black bars">
            <a:extLst>
              <a:ext uri="{FF2B5EF4-FFF2-40B4-BE49-F238E27FC236}">
                <a16:creationId xmlns:a16="http://schemas.microsoft.com/office/drawing/2014/main" id="{77394B64-FF1A-A5D4-8302-77AC66856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29" y="1322458"/>
            <a:ext cx="8519297" cy="3095084"/>
          </a:xfrm>
        </p:spPr>
      </p:pic>
    </p:spTree>
    <p:extLst>
      <p:ext uri="{BB962C8B-B14F-4D97-AF65-F5344CB8AC3E}">
        <p14:creationId xmlns:p14="http://schemas.microsoft.com/office/powerpoint/2010/main" val="1487165723"/>
      </p:ext>
    </p:extLst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84DA71724B0845B7A8B61D7C952A4A" ma:contentTypeVersion="5" ma:contentTypeDescription="Create a new document." ma:contentTypeScope="" ma:versionID="1e0b9567054a36b7bb85e0e091810bfb">
  <xsd:schema xmlns:xsd="http://www.w3.org/2001/XMLSchema" xmlns:xs="http://www.w3.org/2001/XMLSchema" xmlns:p="http://schemas.microsoft.com/office/2006/metadata/properties" xmlns:ns3="1553a2bc-3eba-4a62-8f6a-714f62a29c5b" targetNamespace="http://schemas.microsoft.com/office/2006/metadata/properties" ma:root="true" ma:fieldsID="b8708f222795a99e0c7669072fd409ba" ns3:_="">
    <xsd:import namespace="1553a2bc-3eba-4a62-8f6a-714f62a29c5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3a2bc-3eba-4a62-8f6a-714f62a29c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70D0E4F-D11C-47D2-B826-A9C3BD6B64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3a2bc-3eba-4a62-8f6a-714f62a29c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B4F133-1667-4FE3-A996-218874712E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C317E3-1B9A-4BF0-BF70-8394E011BBA7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1553a2bc-3eba-4a62-8f6a-714f62a29c5b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e9333c23-cac7-42f4-9989-5cee3d4a79c0}" enabled="0" method="" siteId="{e9333c23-cac7-42f4-9989-5cee3d4a79c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691</Words>
  <Application>Microsoft Office PowerPoint</Application>
  <PresentationFormat>On-screen Show (16:9)</PresentationFormat>
  <Paragraphs>132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Merriweather</vt:lpstr>
      <vt:lpstr>Roboto</vt:lpstr>
      <vt:lpstr>Arial</vt:lpstr>
      <vt:lpstr>Cambria Math</vt:lpstr>
      <vt:lpstr>Paradigm</vt:lpstr>
      <vt:lpstr>Minimum Vertex Coloring Exact Solution</vt:lpstr>
      <vt:lpstr>Problem: Minimum Vertex Coloring Goal: minimize number of colors </vt:lpstr>
      <vt:lpstr>Decision vs. Optimization</vt:lpstr>
      <vt:lpstr>Certifier Process</vt:lpstr>
      <vt:lpstr>Reduction: 3-Coloring NP-hard Problem</vt:lpstr>
      <vt:lpstr>Analytical Runtime Analysis</vt:lpstr>
      <vt:lpstr>Empirical Runtime Analysis</vt:lpstr>
      <vt:lpstr>Min Graph Coloring: Approximate Solution</vt:lpstr>
      <vt:lpstr>Strategy and Pseudocode</vt:lpstr>
      <vt:lpstr>Analytical Runtime</vt:lpstr>
      <vt:lpstr>Non-Optimal Result</vt:lpstr>
      <vt:lpstr>Runtime Performance Exact vs Approx</vt:lpstr>
      <vt:lpstr>Lower Bound for Min Graph Coloring </vt:lpstr>
      <vt:lpstr>Formula </vt:lpstr>
      <vt:lpstr>Uses the adjacency matrix </vt:lpstr>
      <vt:lpstr>How this looks as code</vt:lpstr>
      <vt:lpstr>Graph with lower bound added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Drake, Braden - drakebt</cp:lastModifiedBy>
  <cp:revision>1</cp:revision>
  <dcterms:modified xsi:type="dcterms:W3CDTF">2025-12-05T02:50:44Z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0x0101008B84DA71724B0845B7A8B61D7C952A4A</vt:lpwstr>
  </property>
</Properties>
</file>